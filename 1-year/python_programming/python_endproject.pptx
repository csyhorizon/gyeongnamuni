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72" r:id="rId4"/>
    <p:sldId id="273" r:id="rId5"/>
    <p:sldId id="274" r:id="rId6"/>
    <p:sldId id="275" r:id="rId7"/>
    <p:sldId id="276" r:id="rId8"/>
    <p:sldId id="277" r:id="rId9"/>
    <p:sldId id="280" r:id="rId10"/>
    <p:sldId id="278" r:id="rId11"/>
    <p:sldId id="281" r:id="rId12"/>
    <p:sldId id="279" r:id="rId13"/>
    <p:sldId id="282" r:id="rId14"/>
    <p:sldId id="283" r:id="rId1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133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84" y="108"/>
      </p:cViewPr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74" y="84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7F6C602-A42E-4384-BB6E-89F049D03FDB}" type="datetime4">
              <a:rPr lang="ko-KR" altLang="en-US"/>
              <a:pPr lvl="0">
                <a:defRPr/>
              </a:pPr>
              <a:t>2025년 7월 30일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D97CD97-4686-4F5B-85EE-B28BF11E1991}" type="slidenum">
              <a:rPr lang="en-US" altLang="ko-KR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/>
              </a:defRPr>
            </a:lvl1pPr>
          </a:lstStyle>
          <a:p>
            <a:pPr lvl="0">
              <a:defRPr/>
            </a:pPr>
            <a:fld id="{0F05460B-EF4C-45B4-AEA8-01340485D332}" type="datetime4">
              <a:rPr lang="ko-KR" altLang="en-US"/>
              <a:pPr lvl="0">
                <a:defRPr/>
              </a:pPr>
              <a:t>2025년 7월 30일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 rt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 rtl="0">
              <a:defRPr/>
            </a:pPr>
            <a:r>
              <a:rPr lang="ko-KR" altLang="en-US"/>
              <a:t>마스터 텍스트 스타일을 편집하려면 클릭하세요</a:t>
            </a:r>
            <a:r>
              <a:rPr lang="en-US" altLang="ko-KR"/>
              <a:t>.</a:t>
            </a:r>
            <a:endParaRPr lang="en-US" altLang="ko-KR"/>
          </a:p>
          <a:p>
            <a:pPr lvl="1" rtl="0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 rtl="0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 rtl="0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 rtl="0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/>
              </a:defRPr>
            </a:lvl1pPr>
          </a:lstStyle>
          <a:p>
            <a:pPr lvl="0">
              <a:defRPr/>
            </a:pPr>
            <a:fld id="{893B0CF2-7F87-4E02-A248-870047730F99}" type="slidenum">
              <a:rPr lang="en-US" altLang="ko-KR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rtl="0">
              <a:defRPr/>
            </a:pPr>
            <a:fld id="{893B0CF2-7F87-4E02-A248-870047730F99}" type="slidenum">
              <a:rPr lang="en-US" altLang="ko-KR"/>
              <a:pPr lvl="0" rt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893B0CF2-7F87-4E02-A248-870047730F99}" type="slidenum">
              <a:rPr lang="en-US" altLang="ko-KR"/>
              <a:pPr lvl="0">
                <a:defRPr/>
              </a:pPr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직사각형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바탕" panose="02030600000101010101" pitchFamily="18" charset="-127"/>
                <a:ea typeface="바탕" panose="02030600000101010101" pitchFamily="18" charset="-127"/>
              </a:endParaRPr>
            </a:p>
          </p:txBody>
        </p:sp>
        <p:cxnSp>
          <p:nvCxnSpPr>
            <p:cNvPr id="7" name="직선 연결선(S)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직선 연결선(S)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kumimoji="0" lang="ko-KR" altLang="en-US" dirty="0"/>
          </a:p>
        </p:txBody>
      </p: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746ECEB-AA61-48A6-AF2F-90982D48F378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ko-KR" altLang="en-US"/>
              <a:t>마스터 텍스트 스타일 편집</a:t>
            </a:r>
          </a:p>
          <a:p>
            <a:pPr lvl="1" rtl="0" eaLnBrk="1" latinLnBrk="0" hangingPunct="1"/>
            <a:r>
              <a:rPr lang="ko-KR" altLang="en-US"/>
              <a:t>둘째 수준</a:t>
            </a:r>
          </a:p>
          <a:p>
            <a:pPr lvl="2" rtl="0" eaLnBrk="1" latinLnBrk="0" hangingPunct="1"/>
            <a:r>
              <a:rPr lang="ko-KR" altLang="en-US"/>
              <a:t>셋째 수준</a:t>
            </a:r>
          </a:p>
          <a:p>
            <a:pPr lvl="3" rtl="0" eaLnBrk="1" latinLnBrk="0" hangingPunct="1"/>
            <a:r>
              <a:rPr lang="ko-KR" altLang="en-US"/>
              <a:t>넷째 수준</a:t>
            </a:r>
          </a:p>
          <a:p>
            <a:pPr lvl="4" rtl="0" eaLnBrk="1" latinLnBrk="0" hangingPunct="1"/>
            <a:r>
              <a:rPr lang="ko-KR" altLang="en-US"/>
              <a:t>다섯째 수준</a:t>
            </a:r>
            <a:endParaRPr kumimoji="0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6E6A2EC-CE3C-4265-BFD5-82263CDD33CC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13722AA-896E-4500-A3A5-5281EA8495B8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ko-KR" altLang="en-US"/>
              <a:t>마스터 텍스트 스타일 편집</a:t>
            </a:r>
          </a:p>
          <a:p>
            <a:pPr lvl="1" rtl="0" eaLnBrk="1" latinLnBrk="0" hangingPunct="1"/>
            <a:r>
              <a:rPr lang="ko-KR" altLang="en-US"/>
              <a:t>둘째 수준</a:t>
            </a:r>
          </a:p>
          <a:p>
            <a:pPr lvl="2" rtl="0" eaLnBrk="1" latinLnBrk="0" hangingPunct="1"/>
            <a:r>
              <a:rPr lang="ko-KR" altLang="en-US"/>
              <a:t>셋째 수준</a:t>
            </a:r>
          </a:p>
          <a:p>
            <a:pPr lvl="3" rtl="0" eaLnBrk="1" latinLnBrk="0" hangingPunct="1"/>
            <a:r>
              <a:rPr lang="ko-KR" altLang="en-US"/>
              <a:t>넷째 수준</a:t>
            </a:r>
          </a:p>
          <a:p>
            <a:pPr lvl="4" rtl="0" eaLnBrk="1" latinLnBrk="0" hangingPunct="1"/>
            <a:r>
              <a:rPr lang="ko-KR" altLang="en-US"/>
              <a:t>다섯째 수준</a:t>
            </a:r>
            <a:endParaRPr kumimoji="0"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ko-KR" altLang="en-US"/>
              <a:t>마스터 텍스트 스타일 편집</a:t>
            </a:r>
          </a:p>
          <a:p>
            <a:pPr lvl="1" rtl="0" eaLnBrk="1" latinLnBrk="0" hangingPunct="1"/>
            <a:r>
              <a:rPr lang="ko-KR" altLang="en-US"/>
              <a:t>둘째 수준</a:t>
            </a:r>
          </a:p>
          <a:p>
            <a:pPr lvl="2" rtl="0" eaLnBrk="1" latinLnBrk="0" hangingPunct="1"/>
            <a:r>
              <a:rPr lang="ko-KR" altLang="en-US"/>
              <a:t>셋째 수준</a:t>
            </a:r>
          </a:p>
          <a:p>
            <a:pPr lvl="3" rtl="0" eaLnBrk="1" latinLnBrk="0" hangingPunct="1"/>
            <a:r>
              <a:rPr lang="ko-KR" altLang="en-US"/>
              <a:t>넷째 수준</a:t>
            </a:r>
          </a:p>
          <a:p>
            <a:pPr lvl="4" rtl="0" eaLnBrk="1" latinLnBrk="0" hangingPunct="1"/>
            <a:r>
              <a:rPr lang="ko-KR" altLang="en-US"/>
              <a:t>다섯째 수준</a:t>
            </a:r>
            <a:endParaRPr kumimoji="0" lang="ko-KR" alt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870F23C-4668-4611-8437-A4113363F353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ko-KR" altLang="en-US" dirty="0"/>
              <a:t>클릭하여 마스터 텍스트 스타일 편집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2" hasCustomPrompt="1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ko-KR" altLang="en-US" dirty="0"/>
              <a:t>클릭하여 마스터 텍스트 스타일 편집</a:t>
            </a:r>
            <a:r>
              <a:rPr lang="en-US" altLang="ko-KR" dirty="0"/>
              <a:t>.</a:t>
            </a:r>
            <a:endParaRPr lang="ko-KR" altLang="en-US" dirty="0"/>
          </a:p>
          <a:p>
            <a:pPr lvl="1" rtl="0" eaLnBrk="1" latinLnBrk="0" hangingPunct="1"/>
            <a:r>
              <a:rPr lang="ko-KR" altLang="en-US" dirty="0"/>
              <a:t>둘째 수준</a:t>
            </a:r>
          </a:p>
          <a:p>
            <a:pPr lvl="2" rtl="0" eaLnBrk="1" latinLnBrk="0" hangingPunct="1"/>
            <a:r>
              <a:rPr lang="ko-KR" altLang="en-US" dirty="0"/>
              <a:t>셋째 수준</a:t>
            </a:r>
          </a:p>
          <a:p>
            <a:pPr lvl="3" rtl="0" eaLnBrk="1" latinLnBrk="0" hangingPunct="1"/>
            <a:r>
              <a:rPr lang="ko-KR" altLang="en-US" dirty="0"/>
              <a:t>넷째 수준</a:t>
            </a:r>
          </a:p>
          <a:p>
            <a:pPr lvl="4" rtl="0" eaLnBrk="1" latinLnBrk="0" hangingPunct="1"/>
            <a:r>
              <a:rPr lang="ko-KR" altLang="en-US" dirty="0"/>
              <a:t>다섯째 수준</a:t>
            </a:r>
            <a:endParaRPr kumimoji="0"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 hasCustomPrompt="1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ko-KR" altLang="en-US" dirty="0"/>
              <a:t>클릭하여 마스터 텍스트 스타일 편집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ko-KR" altLang="en-US" dirty="0"/>
              <a:t>마스터 텍스트 </a:t>
            </a:r>
            <a:r>
              <a:rPr lang="ko-KR" altLang="en-US"/>
              <a:t>스타일을 편집하려면 </a:t>
            </a:r>
            <a:r>
              <a:rPr lang="ko-KR" altLang="en-US" dirty="0"/>
              <a:t>클릭하세요</a:t>
            </a:r>
            <a:r>
              <a:rPr lang="en-US" altLang="ko-KR" dirty="0"/>
              <a:t>.</a:t>
            </a:r>
          </a:p>
          <a:p>
            <a:pPr lvl="1" rtl="0" eaLnBrk="1" latinLnBrk="0" hangingPunct="1"/>
            <a:r>
              <a:rPr lang="ko-KR" altLang="en-US" dirty="0"/>
              <a:t>둘째 수준</a:t>
            </a:r>
          </a:p>
          <a:p>
            <a:pPr lvl="2" rtl="0" eaLnBrk="1" latinLnBrk="0" hangingPunct="1"/>
            <a:r>
              <a:rPr lang="ko-KR" altLang="en-US" dirty="0"/>
              <a:t>셋째 수준</a:t>
            </a:r>
          </a:p>
          <a:p>
            <a:pPr lvl="3" rtl="0" eaLnBrk="1" latinLnBrk="0" hangingPunct="1"/>
            <a:r>
              <a:rPr lang="ko-KR" altLang="en-US" dirty="0"/>
              <a:t>넷째 수준</a:t>
            </a:r>
          </a:p>
          <a:p>
            <a:pPr lvl="4" rtl="0" eaLnBrk="1" latinLnBrk="0" hangingPunct="1"/>
            <a:r>
              <a:rPr lang="ko-KR" altLang="en-US" dirty="0"/>
              <a:t>다섯째 수준</a:t>
            </a:r>
            <a:endParaRPr kumimoji="0" lang="ko-KR" alt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7D8DCD9-134B-42D1-B7BD-0C4159B22C16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30975A0-B2CB-4FCC-8610-604E9EA45901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DBE5DC8-2898-4E25-9AFB-931A1032E364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ko-KR" altLang="en-US"/>
              <a:t>마스터 텍스트 스타일 편집</a:t>
            </a:r>
          </a:p>
          <a:p>
            <a:pPr lvl="1" rtl="0" eaLnBrk="1" latinLnBrk="0" hangingPunct="1"/>
            <a:r>
              <a:rPr lang="ko-KR" altLang="en-US"/>
              <a:t>둘째 수준</a:t>
            </a:r>
          </a:p>
          <a:p>
            <a:pPr lvl="2" rtl="0" eaLnBrk="1" latinLnBrk="0" hangingPunct="1"/>
            <a:r>
              <a:rPr lang="ko-KR" altLang="en-US"/>
              <a:t>셋째 수준</a:t>
            </a:r>
          </a:p>
          <a:p>
            <a:pPr lvl="3" rtl="0" eaLnBrk="1" latinLnBrk="0" hangingPunct="1"/>
            <a:r>
              <a:rPr lang="ko-KR" altLang="en-US"/>
              <a:t>넷째 수준</a:t>
            </a:r>
          </a:p>
          <a:p>
            <a:pPr lvl="4" rtl="0" eaLnBrk="1" latinLnBrk="0" hangingPunct="1"/>
            <a:r>
              <a:rPr lang="ko-KR" altLang="en-US"/>
              <a:t>다섯째 수준</a:t>
            </a:r>
            <a:endParaRPr kumimoji="0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9D8438C-A327-4EF8-B955-FFCABE60616D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한쪽 모서리는 잘리고 다른 쪽 모서리는 둥근 사각형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ko-KR" altLang="en-US" sz="1800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2" name="직각 삼각형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ko-KR" altLang="en-US" sz="1800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kumimoji="0"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C408617-CD6F-4FF7-BA0F-D3DAEC938FA9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  <p:sp>
        <p:nvSpPr>
          <p:cNvPr id="10" name="자유형(F) 9"/>
          <p:cNvSpPr>
            <a:spLocks/>
          </p:cNvSpPr>
          <p:nvPr/>
        </p:nvSpPr>
        <p:spPr bwMode="auto">
          <a:xfrm flipV="1">
            <a:off x="-12700" y="5835651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ko-KR" altLang="en-US" sz="1800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11" name="자유형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ko-KR" altLang="en-US" sz="1800" dirty="0">
              <a:solidFill>
                <a:schemeClr val="tx1"/>
              </a:solidFill>
              <a:latin typeface="바탕" panose="02030600000101010101" pitchFamily="18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ko-KR" altLang="en-US"/>
              <a:t>마스터 텍스트 스타일 편집</a:t>
            </a:r>
          </a:p>
          <a:p>
            <a:pPr lvl="1" rtl="0" eaLnBrk="1" latinLnBrk="0" hangingPunct="1"/>
            <a:r>
              <a:rPr lang="ko-KR" altLang="en-US"/>
              <a:t>둘째 수준</a:t>
            </a:r>
          </a:p>
          <a:p>
            <a:pPr lvl="2" rtl="0" eaLnBrk="1" latinLnBrk="0" hangingPunct="1"/>
            <a:r>
              <a:rPr lang="ko-KR" altLang="en-US"/>
              <a:t>셋째 수준</a:t>
            </a:r>
          </a:p>
          <a:p>
            <a:pPr lvl="3" rtl="0" eaLnBrk="1" latinLnBrk="0" hangingPunct="1"/>
            <a:r>
              <a:rPr lang="ko-KR" altLang="en-US"/>
              <a:t>넷째 수준</a:t>
            </a:r>
          </a:p>
          <a:p>
            <a:pPr lvl="4" rtl="0" eaLnBrk="1" latinLnBrk="0" hangingPunct="1"/>
            <a:r>
              <a:rPr lang="ko-KR" altLang="en-US"/>
              <a:t>다섯째 수준</a:t>
            </a:r>
            <a:endParaRPr kumimoji="0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731BAB-D4C6-412F-B1DA-F81821CE99F7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ko-KR" altLang="en-US"/>
              <a:t>마스터 제목 스타일 편집</a:t>
            </a:r>
            <a:endParaRPr kumimoji="0"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ko-KR" altLang="en-US"/>
              <a:t>마스터 텍스트 스타일 편집</a:t>
            </a:r>
          </a:p>
          <a:p>
            <a:pPr lvl="1" rtl="0" eaLnBrk="1" latinLnBrk="0" hangingPunct="1"/>
            <a:r>
              <a:rPr lang="ko-KR" altLang="en-US"/>
              <a:t>둘째 수준</a:t>
            </a:r>
          </a:p>
          <a:p>
            <a:pPr lvl="2" rtl="0" eaLnBrk="1" latinLnBrk="0" hangingPunct="1"/>
            <a:r>
              <a:rPr lang="ko-KR" altLang="en-US"/>
              <a:t>셋째 수준</a:t>
            </a:r>
          </a:p>
          <a:p>
            <a:pPr lvl="3" rtl="0" eaLnBrk="1" latinLnBrk="0" hangingPunct="1"/>
            <a:r>
              <a:rPr lang="ko-KR" altLang="en-US"/>
              <a:t>넷째 수준</a:t>
            </a:r>
          </a:p>
          <a:p>
            <a:pPr lvl="4" rtl="0" eaLnBrk="1" latinLnBrk="0" hangingPunct="1"/>
            <a:r>
              <a:rPr lang="ko-KR" altLang="en-US"/>
              <a:t>다섯째 수준</a:t>
            </a:r>
            <a:endParaRPr kumimoji="0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29A4171-0E36-46E0-9D38-2564666FE754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직사각형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바탕" panose="02030600000101010101" pitchFamily="18" charset="-127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자유형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ko-KR" altLang="en-US" sz="1800" dirty="0">
                  <a:solidFill>
                    <a:schemeClr val="tx1"/>
                  </a:solidFill>
                  <a:latin typeface="바탕" panose="02030600000101010101" pitchFamily="18" charset="-127"/>
                  <a:ea typeface="+mn-ea"/>
                  <a:cs typeface="+mn-cs"/>
                </a:endParaRPr>
              </a:p>
            </p:txBody>
          </p:sp>
          <p:sp>
            <p:nvSpPr>
              <p:cNvPr id="29" name="자유형(F)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ko-KR" altLang="en-US" sz="1800" dirty="0">
                  <a:solidFill>
                    <a:schemeClr val="tx1"/>
                  </a:solidFill>
                  <a:latin typeface="바탕" panose="02030600000101010101" pitchFamily="18" charset="-127"/>
                  <a:ea typeface="+mn-ea"/>
                  <a:cs typeface="+mn-cs"/>
                </a:endParaRPr>
              </a:p>
            </p:txBody>
          </p:sp>
          <p:grpSp>
            <p:nvGrpSpPr>
              <p:cNvPr id="31" name="그룹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자유형(F)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ko-KR" altLang="en-US" sz="1800" dirty="0">
                    <a:latin typeface="바탕" panose="02030600000101010101" pitchFamily="18" charset="-127"/>
                  </a:endParaRPr>
                </a:p>
              </p:txBody>
            </p:sp>
            <p:sp>
              <p:nvSpPr>
                <p:cNvPr id="33" name="자유형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ko-KR" altLang="en-US" sz="1800" dirty="0">
                    <a:latin typeface="바탕" panose="02030600000101010101" pitchFamily="18" charset="-127"/>
                  </a:endParaRPr>
                </a:p>
              </p:txBody>
            </p:sp>
          </p:grpSp>
        </p:grpSp>
      </p:grp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ko-KR" altLang="en-US" dirty="0"/>
              <a:t>마스터 제목 스타일 편집</a:t>
            </a:r>
            <a:endParaRPr kumimoji="0" lang="ko-KR" altLang="en-US" dirty="0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ko-KR" altLang="en-US" dirty="0"/>
              <a:t>마스터 텍스트 스타일을 편집하려면 클릭하세요</a:t>
            </a:r>
            <a:r>
              <a:rPr lang="en-US" altLang="ko-KR" dirty="0"/>
              <a:t>.</a:t>
            </a:r>
          </a:p>
          <a:p>
            <a:pPr lvl="1" rtl="0" eaLnBrk="1" latinLnBrk="0" hangingPunct="1"/>
            <a:r>
              <a:rPr lang="ko-KR" altLang="en-US" dirty="0"/>
              <a:t>둘째 수준</a:t>
            </a:r>
          </a:p>
          <a:p>
            <a:pPr lvl="2" rtl="0" eaLnBrk="1" latinLnBrk="0" hangingPunct="1"/>
            <a:r>
              <a:rPr lang="ko-KR" altLang="en-US" dirty="0"/>
              <a:t>셋째 수준</a:t>
            </a:r>
          </a:p>
          <a:p>
            <a:pPr lvl="3" rtl="0" eaLnBrk="1" latinLnBrk="0" hangingPunct="1"/>
            <a:r>
              <a:rPr lang="ko-KR" altLang="en-US" dirty="0"/>
              <a:t>넷째 수준</a:t>
            </a:r>
          </a:p>
          <a:p>
            <a:pPr lvl="4" rtl="0" eaLnBrk="1" latinLnBrk="0" hangingPunct="1"/>
            <a:r>
              <a:rPr lang="ko-KR" altLang="en-US" dirty="0"/>
              <a:t>다섯째 수준</a:t>
            </a:r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</a:lstStyle>
          <a:p>
            <a:fld id="{D6EEE579-F538-4878-B6A1-5F4B59A8BBF6}" type="datetime4">
              <a:rPr lang="ko-KR" altLang="en-US" smtClean="0"/>
              <a:pPr/>
              <a:t>2020년 12월 1일</a:t>
            </a:fld>
            <a:endParaRPr lang="ko-KR" altLang="en-US" dirty="0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</a:lstStyle>
          <a:p>
            <a:r>
              <a:rPr lang="ko-KR" altLang="en-US" dirty="0"/>
              <a:t>바닥글 추가</a:t>
            </a:r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바탕" panose="02030600000101010101" pitchFamily="18" charset="-127"/>
              </a:defRPr>
            </a:lvl1pPr>
          </a:lstStyle>
          <a:p>
            <a:fld id="{401CF334-2D5C-4859-84A6-CA7E6E43FAEB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1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74320" indent="-274320" algn="l" rtl="0" eaLnBrk="1" latinLnBrk="1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바탕" panose="02030600000101010101" pitchFamily="18" charset="-127"/>
          <a:ea typeface="바탕" panose="02030600000101010101" pitchFamily="18" charset="-127"/>
          <a:cs typeface="+mn-cs"/>
        </a:defRPr>
      </a:lvl1pPr>
      <a:lvl2pPr marL="640080" indent="-246888" algn="l" rtl="0" eaLnBrk="1" latinLnBrk="1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바탕" panose="02030600000101010101" pitchFamily="18" charset="-127"/>
          <a:ea typeface="바탕" panose="02030600000101010101" pitchFamily="18" charset="-127"/>
          <a:cs typeface="+mn-cs"/>
        </a:defRPr>
      </a:lvl2pPr>
      <a:lvl3pPr marL="914400" indent="-246888" algn="l" rtl="0" eaLnBrk="1" latinLnBrk="1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바탕" panose="02030600000101010101" pitchFamily="18" charset="-127"/>
          <a:ea typeface="바탕" panose="02030600000101010101" pitchFamily="18" charset="-127"/>
          <a:cs typeface="+mn-cs"/>
        </a:defRPr>
      </a:lvl3pPr>
      <a:lvl4pPr marL="1188720" indent="-210312" algn="l" rtl="0" eaLnBrk="1" latinLnBrk="1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바탕" panose="02030600000101010101" pitchFamily="18" charset="-127"/>
          <a:ea typeface="바탕" panose="02030600000101010101" pitchFamily="18" charset="-127"/>
          <a:cs typeface="+mn-cs"/>
        </a:defRPr>
      </a:lvl4pPr>
      <a:lvl5pPr marL="1463040" indent="-210312" algn="l" rtl="0" eaLnBrk="1" latinLnBrk="1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바탕" panose="02030600000101010101" pitchFamily="18" charset="-127"/>
          <a:ea typeface="바탕" panose="02030600000101010101" pitchFamily="18" charset="-127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1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.jpe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.jpe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</p:spPr>
        <p:txBody>
          <a:bodyPr rtlCol="0"/>
          <a:lstStyle/>
          <a:p>
            <a:pPr algn="ctr"/>
            <a:r>
              <a:rPr lang="ko-KR" altLang="en-US" dirty="0"/>
              <a:t>파이썬 기말과제</a:t>
            </a: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>
          <a:xfrm>
            <a:off x="711200" y="3741157"/>
            <a:ext cx="10472928" cy="1752600"/>
          </a:xfrm>
        </p:spPr>
        <p:txBody>
          <a:bodyPr rtlCol="0"/>
          <a:lstStyle/>
          <a:p>
            <a:pPr algn="ctr" rtl="0"/>
            <a:r>
              <a:rPr lang="en-US" altLang="ko-KR" b="1" dirty="0"/>
              <a:t>2020-11-11 ~ 2020-12-01</a:t>
            </a:r>
          </a:p>
          <a:p>
            <a:pPr algn="ctr" rtl="0"/>
            <a:endParaRPr lang="en-US" altLang="ko-KR" b="1" dirty="0"/>
          </a:p>
          <a:p>
            <a:pPr algn="ctr" rtl="0"/>
            <a:r>
              <a:rPr lang="ko-KR" altLang="en-US" b="1" dirty="0" err="1"/>
              <a:t>다이제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</p:spPr>
        <p:txBody>
          <a:bodyPr rtlCol="0" anchor="b">
            <a:normAutofit/>
          </a:bodyPr>
          <a:lstStyle/>
          <a:p>
            <a:pPr rtl="0"/>
            <a:r>
              <a:rPr lang="ko-KR" altLang="en-US" b="1" dirty="0"/>
              <a:t>목차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2781300"/>
          </a:xfrm>
        </p:spPr>
        <p:txBody>
          <a:bodyPr rtlCol="0" anchor="t">
            <a:normAutofit/>
          </a:bodyPr>
          <a:lstStyle/>
          <a:p>
            <a:r>
              <a:rPr lang="ko-KR" altLang="en-US" dirty="0"/>
              <a:t>팀 및 팀원 소개</a:t>
            </a:r>
            <a:endParaRPr lang="en-US" altLang="ko-KR" dirty="0"/>
          </a:p>
          <a:p>
            <a:r>
              <a:rPr lang="ko-KR" altLang="en-US" dirty="0"/>
              <a:t>과제 소개 </a:t>
            </a:r>
            <a:endParaRPr lang="en-US" altLang="ko-KR" dirty="0"/>
          </a:p>
          <a:p>
            <a:r>
              <a:rPr lang="ko-KR" altLang="en-US" dirty="0"/>
              <a:t>과제 진행 일정</a:t>
            </a:r>
            <a:endParaRPr lang="en-US" altLang="ko-KR" dirty="0"/>
          </a:p>
          <a:p>
            <a:r>
              <a:rPr lang="ko-KR" altLang="en-US" dirty="0"/>
              <a:t>미션 진행 내용</a:t>
            </a:r>
            <a:r>
              <a:rPr lang="en-US" altLang="ko-KR" dirty="0"/>
              <a:t>(</a:t>
            </a:r>
            <a:r>
              <a:rPr lang="ko-KR" altLang="en-US" dirty="0"/>
              <a:t>프로그램 작성 내용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동작 시험 사진</a:t>
            </a:r>
            <a:r>
              <a:rPr lang="en-US" altLang="ko-KR" dirty="0"/>
              <a:t> </a:t>
            </a:r>
            <a:r>
              <a:rPr lang="ko-KR" altLang="en-US" dirty="0"/>
              <a:t>및 결과</a:t>
            </a:r>
            <a:endParaRPr lang="en-US" altLang="ko-KR" dirty="0"/>
          </a:p>
          <a:p>
            <a:r>
              <a:rPr lang="ko-KR" altLang="en-US" dirty="0"/>
              <a:t>결과물 시연</a:t>
            </a:r>
            <a:r>
              <a:rPr lang="en-US" altLang="ko-KR" dirty="0"/>
              <a:t>(DEMO)</a:t>
            </a:r>
            <a:endParaRPr lang="ko-KR" altLang="en-US" dirty="0"/>
          </a:p>
          <a:p>
            <a:pPr marL="0" indent="0" rtl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707136" y="1316736"/>
            <a:ext cx="10363200" cy="1362456"/>
          </a:xfrm>
        </p:spPr>
        <p:txBody>
          <a:bodyPr anchor="b">
            <a:normAutofit/>
          </a:bodyPr>
          <a:lstStyle/>
          <a:p>
            <a:pPr lvl="0">
              <a:defRPr/>
            </a:pPr>
            <a:r>
              <a:rPr lang="ko-KR" altLang="en-US"/>
              <a:t>팀 및 팀원 소개</a:t>
            </a:r>
            <a:endParaRPr lang="ko-KR" altLang="en-US" b="1"/>
          </a:p>
        </p:txBody>
      </p:sp>
      <p:sp>
        <p:nvSpPr>
          <p:cNvPr id="7" name="내용 개체 틀 6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2781300"/>
          </a:xfrm>
        </p:spPr>
        <p:txBody>
          <a:bodyPr vert="horz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/>
              <a:t>팀명</a:t>
            </a:r>
            <a:r>
              <a:rPr lang="en-US" altLang="ko-KR"/>
              <a:t>: </a:t>
            </a:r>
            <a:r>
              <a:rPr lang="ko-KR" altLang="en-US"/>
              <a:t>다이제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팀장</a:t>
            </a:r>
            <a:r>
              <a:rPr lang="en-US" altLang="ko-KR"/>
              <a:t>: </a:t>
            </a:r>
            <a:r>
              <a:rPr lang="ko-KR" altLang="en-US"/>
              <a:t>김정한</a:t>
            </a:r>
            <a:r>
              <a:rPr lang="en-US" altLang="ko-KR"/>
              <a:t>(</a:t>
            </a:r>
            <a:r>
              <a:rPr lang="ko-KR" altLang="en-US"/>
              <a:t>전자공학과</a:t>
            </a:r>
            <a:r>
              <a:rPr lang="en-US" altLang="ko-KR"/>
              <a:t>) – </a:t>
            </a:r>
            <a:r>
              <a:rPr lang="ko-KR" altLang="en-US"/>
              <a:t>발표</a:t>
            </a:r>
            <a:r>
              <a:rPr lang="en-US" altLang="ko-KR"/>
              <a:t>, </a:t>
            </a:r>
            <a:r>
              <a:rPr lang="ko-KR" altLang="en-US"/>
              <a:t>자료 조사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팀원</a:t>
            </a:r>
            <a:r>
              <a:rPr lang="en-US" altLang="ko-KR"/>
              <a:t>: </a:t>
            </a:r>
            <a:r>
              <a:rPr lang="ko-KR" altLang="en-US"/>
              <a:t>김연재</a:t>
            </a:r>
            <a:r>
              <a:rPr lang="en-US" altLang="ko-KR"/>
              <a:t>(</a:t>
            </a:r>
            <a:r>
              <a:rPr lang="ko-KR" altLang="en-US"/>
              <a:t>컴퓨터공학부</a:t>
            </a:r>
            <a:r>
              <a:rPr lang="en-US" altLang="ko-KR"/>
              <a:t>) – </a:t>
            </a:r>
            <a:r>
              <a:rPr lang="ko-KR" altLang="en-US"/>
              <a:t>코딩</a:t>
            </a:r>
            <a:r>
              <a:rPr lang="en-US" altLang="ko-KR"/>
              <a:t>, PPT </a:t>
            </a:r>
            <a:r>
              <a:rPr lang="ko-KR" altLang="en-US"/>
              <a:t>제작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     </a:t>
            </a:r>
            <a:r>
              <a:rPr lang="ko-KR" altLang="en-US"/>
              <a:t>최수용</a:t>
            </a:r>
            <a:r>
              <a:rPr lang="en-US" altLang="ko-KR"/>
              <a:t>(</a:t>
            </a:r>
            <a:r>
              <a:rPr lang="ko-KR" altLang="en-US"/>
              <a:t>컴퓨터공학부</a:t>
            </a:r>
            <a:r>
              <a:rPr lang="en-US" altLang="ko-KR"/>
              <a:t>) – </a:t>
            </a:r>
            <a:r>
              <a:rPr lang="ko-KR" altLang="en-US"/>
              <a:t>코딩</a:t>
            </a:r>
            <a:r>
              <a:rPr lang="en-US" altLang="ko-KR"/>
              <a:t>, </a:t>
            </a:r>
            <a:r>
              <a:rPr lang="ko-KR" altLang="en-US"/>
              <a:t>영상 촬영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9BB7E-61B3-4D54-A60B-8BA0EB32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과제 소개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449C8-14EC-46C0-A66A-D241209C9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2781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base">
              <a:lnSpc>
                <a:spcPct val="90000"/>
              </a:lnSpc>
            </a:pPr>
            <a:r>
              <a:rPr lang="ko-KR" altLang="en-US" sz="2000"/>
              <a:t>건물이 무너져 사람 고립</a:t>
            </a:r>
          </a:p>
          <a:p>
            <a:pPr fontAlgn="base">
              <a:lnSpc>
                <a:spcPct val="90000"/>
              </a:lnSpc>
            </a:pPr>
            <a:r>
              <a:rPr lang="ko-KR" altLang="en-US" sz="2000"/>
              <a:t>인력 투입 불가능</a:t>
            </a:r>
            <a:r>
              <a:rPr lang="en-US" altLang="ko-KR" sz="2000"/>
              <a:t>, </a:t>
            </a:r>
            <a:r>
              <a:rPr lang="ko-KR" altLang="en-US" sz="2000"/>
              <a:t>중장비를 사용한 구조에는 </a:t>
            </a:r>
            <a:r>
              <a:rPr lang="en-US" altLang="ko-KR" sz="2000"/>
              <a:t>2</a:t>
            </a:r>
            <a:r>
              <a:rPr lang="ko-KR" altLang="en-US" sz="2000"/>
              <a:t>주 이상 소요</a:t>
            </a:r>
          </a:p>
          <a:p>
            <a:pPr fontAlgn="base">
              <a:lnSpc>
                <a:spcPct val="90000"/>
              </a:lnSpc>
            </a:pPr>
            <a:r>
              <a:rPr lang="ko-KR" altLang="en-US" sz="2000"/>
              <a:t>물과 음식 등 보급이 필요함</a:t>
            </a:r>
          </a:p>
          <a:p>
            <a:pPr fontAlgn="base">
              <a:lnSpc>
                <a:spcPct val="90000"/>
              </a:lnSpc>
            </a:pPr>
            <a:r>
              <a:rPr lang="ko-KR" altLang="en-US" sz="2000"/>
              <a:t>인력 투입이 불가능하므로 로봇을 사용해야 함</a:t>
            </a:r>
          </a:p>
          <a:p>
            <a:pPr fontAlgn="base">
              <a:lnSpc>
                <a:spcPct val="90000"/>
              </a:lnSpc>
            </a:pPr>
            <a:r>
              <a:rPr lang="ko-KR" altLang="en-US" sz="2000"/>
              <a:t>좁은 통로로 로봇을 보내 보급을 해야 함</a:t>
            </a:r>
            <a:endParaRPr lang="en-US" altLang="ko-KR" sz="2000"/>
          </a:p>
          <a:p>
            <a:pPr fontAlgn="base">
              <a:lnSpc>
                <a:spcPct val="90000"/>
              </a:lnSpc>
            </a:pPr>
            <a:endParaRPr lang="en-US" altLang="ko-KR" sz="2000"/>
          </a:p>
          <a:p>
            <a:pPr fontAlgn="base">
              <a:lnSpc>
                <a:spcPct val="90000"/>
              </a:lnSpc>
            </a:pPr>
            <a:r>
              <a:rPr lang="ko-KR" altLang="en-US" sz="2000"/>
              <a:t>파이썬 기반의 </a:t>
            </a:r>
            <a:r>
              <a:rPr lang="ko-KR" altLang="en-US" sz="2000" err="1"/>
              <a:t>라즈베리파이</a:t>
            </a:r>
            <a:r>
              <a:rPr lang="ko-KR" altLang="en-US" sz="2000"/>
              <a:t> 로봇을 사람이 투입되기 힘든 곳에 보내 보급 등의 임무를 수행한다.</a:t>
            </a:r>
          </a:p>
        </p:txBody>
      </p:sp>
    </p:spTree>
    <p:extLst>
      <p:ext uri="{BB962C8B-B14F-4D97-AF65-F5344CB8AC3E}">
        <p14:creationId xmlns:p14="http://schemas.microsoft.com/office/powerpoint/2010/main" val="82410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48381-0764-47AC-9C68-17894A592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과제 진행 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C9844C-05EA-439A-AD1D-116B1D86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2781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로봇 조립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로봇 주차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라인 트레이서를 이용한 로봇 주행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라인 트레이서를 이용한 로봇 주행으로 미로 돌파</a:t>
            </a:r>
            <a:endParaRPr lang="en-US" altLang="ko-KR" dirty="0"/>
          </a:p>
          <a:p>
            <a:r>
              <a:rPr lang="en-US" altLang="ko-KR"/>
              <a:t>5</a:t>
            </a:r>
            <a:r>
              <a:rPr lang="ko-KR" altLang="en-US"/>
              <a:t>주차</a:t>
            </a:r>
            <a:r>
              <a:rPr lang="en-US" altLang="ko-KR"/>
              <a:t>: </a:t>
            </a:r>
            <a:r>
              <a:rPr lang="ko-KR" altLang="en-US"/>
              <a:t>초음파 센서를 사용한 로봇 주행 및 센서를 사용한 불 끄기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084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E9485-D052-4423-8949-BFDB8927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미션 진행 내용</a:t>
            </a:r>
            <a:r>
              <a:rPr lang="en-US" altLang="ko-KR" dirty="0"/>
              <a:t>(</a:t>
            </a:r>
            <a:r>
              <a:rPr lang="ko-KR" altLang="en-US" dirty="0"/>
              <a:t>프로그램 작성 내용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21C50A-2DB4-4E0D-B113-C77043C04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/>
              <a:t>4</a:t>
            </a:r>
            <a:r>
              <a:rPr lang="ko-KR" altLang="en-US"/>
              <a:t>주차: </a:t>
            </a:r>
            <a:r>
              <a:rPr lang="ko-KR" altLang="en-US" err="1"/>
              <a:t>라인트레이서</a:t>
            </a:r>
            <a:r>
              <a:rPr lang="ko-KR" altLang="en-US"/>
              <a:t> 미로 주행</a:t>
            </a: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E03D67FB-03C2-4564-B7F6-6804BEC755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7" t="27853" r="48718" b="28780"/>
          <a:stretch/>
        </p:blipFill>
        <p:spPr>
          <a:xfrm>
            <a:off x="6447814" y="1920085"/>
            <a:ext cx="4884372" cy="44348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531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E9485-D052-4423-8949-BFDB8927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미션 진행 내용</a:t>
            </a:r>
            <a:r>
              <a:rPr lang="en-US" altLang="ko-KR" dirty="0"/>
              <a:t>(</a:t>
            </a:r>
            <a:r>
              <a:rPr lang="ko-KR" altLang="en-US" dirty="0"/>
              <a:t>프로그램 작성 내용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21C50A-2DB4-4E0D-B113-C77043C04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 dirty="0"/>
              <a:t>5주차: </a:t>
            </a:r>
            <a:r>
              <a:rPr lang="en-US" altLang="ko-KR" dirty="0" err="1"/>
              <a:t>초음파</a:t>
            </a:r>
            <a:r>
              <a:rPr lang="en-US" altLang="ko-KR" dirty="0"/>
              <a:t> </a:t>
            </a:r>
            <a:r>
              <a:rPr lang="en-US" altLang="ko-KR" dirty="0" err="1"/>
              <a:t>센서를</a:t>
            </a:r>
            <a:r>
              <a:rPr lang="en-US" altLang="ko-KR" dirty="0"/>
              <a:t> </a:t>
            </a:r>
            <a:r>
              <a:rPr lang="en-US" altLang="ko-KR" dirty="0" err="1"/>
              <a:t>사용한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주행</a:t>
            </a:r>
            <a:r>
              <a:rPr lang="en-US" altLang="ko-KR" dirty="0"/>
              <a:t>, 빛 </a:t>
            </a:r>
            <a:r>
              <a:rPr lang="en-US" altLang="ko-KR" dirty="0" err="1"/>
              <a:t>센서를</a:t>
            </a:r>
            <a:r>
              <a:rPr lang="en-US" altLang="ko-KR" dirty="0"/>
              <a:t> </a:t>
            </a:r>
            <a:r>
              <a:rPr lang="en-US" altLang="ko-KR" dirty="0" err="1"/>
              <a:t>사용한</a:t>
            </a:r>
            <a:r>
              <a:rPr lang="en-US" altLang="ko-KR" dirty="0"/>
              <a:t> 불 </a:t>
            </a:r>
            <a:r>
              <a:rPr lang="en-US" altLang="ko-KR" dirty="0" err="1"/>
              <a:t>끄기</a:t>
            </a:r>
            <a:endParaRPr lang="en-US" altLang="ko-KR" dirty="0"/>
          </a:p>
        </p:txBody>
      </p:sp>
      <p:pic>
        <p:nvPicPr>
          <p:cNvPr id="3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8E3D84F6-4D5F-495A-8C80-1BF097EC2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2347059"/>
            <a:ext cx="5384800" cy="3580892"/>
          </a:xfrm>
          <a:prstGeom prst="rect">
            <a:avLst/>
          </a:prstGeom>
          <a:noFill/>
        </p:spPr>
      </p:pic>
      <p:pic>
        <p:nvPicPr>
          <p:cNvPr id="5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E45C5C9-6405-438B-BDD9-C03135EFB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70" y="506610"/>
            <a:ext cx="8794459" cy="58483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289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F73BB-6AD5-41E1-8D6C-B17A3669B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동작 시험 사진</a:t>
            </a:r>
            <a:r>
              <a:rPr lang="en-US" altLang="ko-KR" dirty="0"/>
              <a:t> </a:t>
            </a:r>
            <a:r>
              <a:rPr lang="ko-KR" altLang="en-US" dirty="0"/>
              <a:t>및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17E6A9-5034-4C1B-9B31-DFB5AA63B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>
            <a:norm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 err="1"/>
              <a:t>라인트레이서</a:t>
            </a:r>
            <a:r>
              <a:rPr lang="ko-KR" altLang="en-US" dirty="0"/>
              <a:t> 미로 주행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 descr="바닥, 건물, 테이블이(가) 표시된 사진&#10;&#10;자동 생성된 설명">
            <a:extLst>
              <a:ext uri="{FF2B5EF4-FFF2-40B4-BE49-F238E27FC236}">
                <a16:creationId xmlns:a16="http://schemas.microsoft.com/office/drawing/2014/main" id="{9EB468D0-28D7-4A12-975B-EEA10E2DD6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50" b="-2"/>
          <a:stretch/>
        </p:blipFill>
        <p:spPr>
          <a:xfrm>
            <a:off x="6197600" y="1920085"/>
            <a:ext cx="5384800" cy="44348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644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F73BB-6AD5-41E1-8D6C-B17A3669B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동작 시험 사진</a:t>
            </a:r>
            <a:r>
              <a:rPr lang="en-US" altLang="ko-KR" dirty="0"/>
              <a:t> </a:t>
            </a:r>
            <a:r>
              <a:rPr lang="ko-KR" altLang="en-US" dirty="0"/>
              <a:t>및 결과</a:t>
            </a:r>
          </a:p>
        </p:txBody>
      </p:sp>
      <p:pic>
        <p:nvPicPr>
          <p:cNvPr id="5" name="그림 4" descr="벽, 실내, 옅은이(가) 표시된 사진&#10;&#10;자동 생성된 설명">
            <a:extLst>
              <a:ext uri="{FF2B5EF4-FFF2-40B4-BE49-F238E27FC236}">
                <a16:creationId xmlns:a16="http://schemas.microsoft.com/office/drawing/2014/main" id="{C8A2D67E-6BC7-498D-8D86-BBF9D9D3CE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" r="1" b="1"/>
          <a:stretch/>
        </p:blipFill>
        <p:spPr>
          <a:xfrm>
            <a:off x="609600" y="1920085"/>
            <a:ext cx="5384800" cy="4434840"/>
          </a:xfrm>
          <a:prstGeom prst="rect">
            <a:avLst/>
          </a:prstGeom>
          <a:noFill/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17E6A9-5034-4C1B-9B31-DFB5AA63B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주차</a:t>
            </a:r>
            <a:r>
              <a:rPr lang="en-US" altLang="ko-KR" dirty="0"/>
              <a:t>: </a:t>
            </a:r>
            <a:r>
              <a:rPr lang="ko-KR" altLang="en-US" dirty="0"/>
              <a:t>초음파</a:t>
            </a:r>
            <a:r>
              <a:rPr lang="en-US" altLang="ko-KR" dirty="0"/>
              <a:t> </a:t>
            </a:r>
            <a:r>
              <a:rPr lang="ko-KR" altLang="en-US" dirty="0"/>
              <a:t>센서를</a:t>
            </a:r>
            <a:r>
              <a:rPr lang="en-US" altLang="ko-KR" dirty="0"/>
              <a:t> </a:t>
            </a:r>
            <a:r>
              <a:rPr lang="ko-KR" altLang="en-US" dirty="0"/>
              <a:t>사용한</a:t>
            </a:r>
            <a:r>
              <a:rPr lang="en-US" altLang="ko-KR" dirty="0"/>
              <a:t> </a:t>
            </a:r>
          </a:p>
          <a:p>
            <a:pPr marL="0" indent="0">
              <a:buNone/>
            </a:pPr>
            <a:r>
              <a:rPr lang="ko-KR" altLang="en-US" dirty="0"/>
              <a:t>주행</a:t>
            </a:r>
            <a:r>
              <a:rPr lang="en-US" altLang="ko-KR" dirty="0"/>
              <a:t>, </a:t>
            </a:r>
            <a:r>
              <a:rPr lang="ko-KR" altLang="en-US" dirty="0"/>
              <a:t>빛</a:t>
            </a:r>
            <a:r>
              <a:rPr lang="en-US" altLang="ko-KR" dirty="0"/>
              <a:t> </a:t>
            </a:r>
            <a:r>
              <a:rPr lang="ko-KR" altLang="en-US" dirty="0"/>
              <a:t>센서를</a:t>
            </a:r>
            <a:r>
              <a:rPr lang="en-US" altLang="ko-KR" dirty="0"/>
              <a:t> </a:t>
            </a:r>
            <a:r>
              <a:rPr lang="ko-KR" altLang="en-US" dirty="0"/>
              <a:t>사용한</a:t>
            </a:r>
            <a:r>
              <a:rPr lang="en-US" altLang="ko-KR" dirty="0"/>
              <a:t> </a:t>
            </a:r>
            <a:r>
              <a:rPr lang="ko-KR" altLang="en-US" dirty="0"/>
              <a:t>불</a:t>
            </a:r>
            <a:r>
              <a:rPr lang="en-US" altLang="ko-KR" dirty="0"/>
              <a:t> </a:t>
            </a:r>
            <a:r>
              <a:rPr lang="ko-KR" altLang="en-US" dirty="0"/>
              <a:t>끄기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81905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B6E1F-44D0-4290-AEFA-B8D484B0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결과물 시연</a:t>
            </a:r>
            <a:r>
              <a:rPr lang="en-US" altLang="ko-KR" dirty="0"/>
              <a:t>(DEMO)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F3F099-673A-42BB-9319-D48FACBEA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 err="1"/>
              <a:t>라인트레이서</a:t>
            </a:r>
            <a:r>
              <a:rPr lang="ko-KR" altLang="en-US" dirty="0"/>
              <a:t> 미로 주행</a:t>
            </a:r>
            <a:endParaRPr lang="en-US" altLang="ko-KR" dirty="0"/>
          </a:p>
          <a:p>
            <a:r>
              <a:rPr lang="ko-KR" altLang="en-US" dirty="0"/>
              <a:t>첨부파일 </a:t>
            </a:r>
            <a:r>
              <a:rPr lang="en-US" altLang="ko-KR" dirty="0"/>
              <a:t>‘</a:t>
            </a:r>
            <a:r>
              <a:rPr lang="ko-KR" altLang="en-US" dirty="0" err="1"/>
              <a:t>라인트레이서</a:t>
            </a:r>
            <a:r>
              <a:rPr lang="en-US" altLang="ko-KR" dirty="0"/>
              <a:t>.mp4’</a:t>
            </a:r>
          </a:p>
        </p:txBody>
      </p:sp>
    </p:spTree>
    <p:extLst>
      <p:ext uri="{BB962C8B-B14F-4D97-AF65-F5344CB8AC3E}">
        <p14:creationId xmlns:p14="http://schemas.microsoft.com/office/powerpoint/2010/main" val="46586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B6E1F-44D0-4290-AEFA-B8D484B0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결과물 시연</a:t>
            </a:r>
            <a:r>
              <a:rPr lang="en-US" altLang="ko-KR" dirty="0"/>
              <a:t>(DEMO)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F3F099-673A-42BB-9319-D48FACBEA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626B1A"/>
              </a:buClr>
            </a:pPr>
            <a:r>
              <a:rPr lang="en-US" dirty="0"/>
              <a:t>5</a:t>
            </a:r>
            <a:r>
              <a:rPr lang="ko-KR" dirty="0"/>
              <a:t>주차</a:t>
            </a:r>
            <a:r>
              <a:rPr lang="en-US" dirty="0"/>
              <a:t>: </a:t>
            </a:r>
            <a:r>
              <a:rPr lang="ko-KR" dirty="0"/>
              <a:t>초음파</a:t>
            </a:r>
            <a:r>
              <a:rPr lang="en-US" altLang="ko-KR" dirty="0"/>
              <a:t> </a:t>
            </a:r>
            <a:r>
              <a:rPr lang="ko-KR" altLang="en-US" dirty="0"/>
              <a:t>센서를 사용한 </a:t>
            </a:r>
            <a:endParaRPr lang="en-US" altLang="ko-KR" dirty="0"/>
          </a:p>
          <a:p>
            <a:pPr marL="0" indent="0">
              <a:buClr>
                <a:srgbClr val="626B1A"/>
              </a:buClr>
              <a:buNone/>
            </a:pPr>
            <a:r>
              <a:rPr lang="ko-KR" dirty="0"/>
              <a:t>주행</a:t>
            </a:r>
            <a:r>
              <a:rPr lang="en-US" dirty="0"/>
              <a:t>, </a:t>
            </a:r>
            <a:r>
              <a:rPr lang="ko-KR" altLang="en-US" dirty="0"/>
              <a:t>빛</a:t>
            </a:r>
            <a:r>
              <a:rPr lang="en-US" dirty="0"/>
              <a:t> </a:t>
            </a:r>
            <a:r>
              <a:rPr lang="ko-KR" altLang="en-US" dirty="0"/>
              <a:t>센서를 사용한</a:t>
            </a:r>
            <a:r>
              <a:rPr lang="en-US" dirty="0"/>
              <a:t> </a:t>
            </a:r>
            <a:r>
              <a:rPr lang="ko-KR" altLang="en-US" dirty="0"/>
              <a:t>불</a:t>
            </a:r>
            <a:r>
              <a:rPr lang="en-US" dirty="0"/>
              <a:t> </a:t>
            </a:r>
            <a:r>
              <a:rPr lang="ko-KR" altLang="en-US" dirty="0"/>
              <a:t>끄기</a:t>
            </a:r>
          </a:p>
          <a:p>
            <a:pPr>
              <a:buClr>
                <a:srgbClr val="626B1A"/>
              </a:buClr>
            </a:pPr>
            <a:r>
              <a:rPr lang="ko-KR" altLang="en-US" dirty="0"/>
              <a:t>첨부파일 </a:t>
            </a:r>
            <a:r>
              <a:rPr lang="en-US" altLang="ko-KR" dirty="0"/>
              <a:t>‘</a:t>
            </a:r>
            <a:r>
              <a:rPr lang="ko-KR" altLang="en-US" dirty="0"/>
              <a:t>초음파</a:t>
            </a:r>
            <a:r>
              <a:rPr lang="en-US" altLang="ko-KR" dirty="0"/>
              <a:t>1.mp4,</a:t>
            </a:r>
            <a:r>
              <a:rPr lang="ko-KR" altLang="en-US" dirty="0"/>
              <a:t> 초음파</a:t>
            </a:r>
            <a:r>
              <a:rPr lang="en-US" altLang="ko-KR" dirty="0"/>
              <a:t>2.mp4’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55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75EE4-3C5A-4EB6-A223-9159FA98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172" y="2831123"/>
            <a:ext cx="3873655" cy="800100"/>
          </a:xfrm>
        </p:spPr>
        <p:txBody>
          <a:bodyPr vert="horz" lIns="0" tIns="45720" rIns="0" bIns="0" rtlCol="0" anchor="b">
            <a:normAutofit fontScale="90000"/>
          </a:bodyPr>
          <a:lstStyle/>
          <a:p>
            <a:pPr algn="ctr"/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44459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_rels/them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/Relationships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브레인스토밍에 관한 프레젠테이션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MS Gothic"/>
        <a:font script="Hang" typeface="맑은 고딕"/>
        <a:font script="Hans" typeface="SimSun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MS Gothic"/>
        <a:font script="Hang" typeface="맑은 고딕"/>
        <a:font script="Hans" typeface="SimSun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 rotWithShape="1">
          <a:blip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MS Gothic"/>
        <a:font script="Hang" typeface="맑은 고딕"/>
        <a:font script="Hans" typeface="SimSun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MS Gothic"/>
        <a:font script="Hang" typeface="맑은 고딕"/>
        <a:font script="Hans" typeface="SimSun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170</ep:Words>
  <ep:PresentationFormat>와이드스크린</ep:PresentationFormat>
  <ep:Paragraphs>46</ep:Paragraphs>
  <ep:Slides>12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브레인스토밍에 관한 프레젠테이션</vt:lpstr>
      <vt:lpstr>파이썬 기말과제</vt:lpstr>
      <vt:lpstr>목차</vt:lpstr>
      <vt:lpstr>팀 및 팀원 소개</vt:lpstr>
      <vt:lpstr>과제 소개</vt:lpstr>
      <vt:lpstr>과제 진행 일정</vt:lpstr>
      <vt:lpstr>미션 진행 내용(프로그램 작성 내용)</vt:lpstr>
      <vt:lpstr>미션 진행 내용(프로그램 작성 내용)</vt:lpstr>
      <vt:lpstr>동작 시험 사진 및 결과</vt:lpstr>
      <vt:lpstr>동작 시험 사진 및 결과</vt:lpstr>
      <vt:lpstr>결과물 시연(DEMO)</vt:lpstr>
      <vt:lpstr>결과물 시연(DEMO)</vt:lpstr>
      <vt:lpstr>감사합니다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2020-12-01T08:23:28.000</dcterms:created>
  <dc:creator>김연재</dc:creator>
  <cp:lastModifiedBy>Hino</cp:lastModifiedBy>
  <dcterms:modified xsi:type="dcterms:W3CDTF">2025-07-29T16:03:46.958</dcterms:modified>
  <cp:revision>2</cp:revision>
  <dc:title>파이썬 기말과제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