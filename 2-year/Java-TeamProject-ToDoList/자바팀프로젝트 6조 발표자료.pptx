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816" r:id="rId1"/>
  </p:sldMasterIdLst>
  <p:sldIdLst>
    <p:sldId id="264" r:id="rId2"/>
    <p:sldId id="277" r:id="rId3"/>
    <p:sldId id="256" r:id="rId4"/>
    <p:sldId id="260" r:id="rId5"/>
    <p:sldId id="261" r:id="rId6"/>
    <p:sldId id="265" r:id="rId7"/>
    <p:sldId id="262" r:id="rId8"/>
    <p:sldId id="257" r:id="rId9"/>
    <p:sldId id="259" r:id="rId10"/>
    <p:sldId id="285" r:id="rId11"/>
    <p:sldId id="268" r:id="rId12"/>
    <p:sldId id="258" r:id="rId13"/>
    <p:sldId id="266" r:id="rId14"/>
    <p:sldId id="273" r:id="rId15"/>
    <p:sldId id="278" r:id="rId16"/>
    <p:sldId id="279" r:id="rId17"/>
    <p:sldId id="281" r:id="rId18"/>
    <p:sldId id="282" r:id="rId19"/>
    <p:sldId id="283" r:id="rId20"/>
    <p:sldId id="284" r:id="rId21"/>
    <p:sldId id="293" r:id="rId22"/>
    <p:sldId id="292" r:id="rId23"/>
    <p:sldId id="272" r:id="rId24"/>
    <p:sldId id="286" r:id="rId25"/>
    <p:sldId id="287" r:id="rId26"/>
    <p:sldId id="288" r:id="rId27"/>
    <p:sldId id="290" r:id="rId28"/>
    <p:sldId id="291" r:id="rId29"/>
    <p:sldId id="294" r:id="rId30"/>
    <p:sldId id="295" r:id="rId31"/>
    <p:sldId id="296" r:id="rId32"/>
    <p:sldId id="301" r:id="rId33"/>
    <p:sldId id="298" r:id="rId34"/>
    <p:sldId id="297" r:id="rId35"/>
    <p:sldId id="299" r:id="rId36"/>
    <p:sldId id="300" r:id="rId37"/>
    <p:sldId id="302" r:id="rId38"/>
    <p:sldId id="303" r:id="rId39"/>
    <p:sldId id="305" r:id="rId40"/>
    <p:sldId id="30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2205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528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slide" Target="slides/slide31.xml"  /><Relationship Id="rId33" Type="http://schemas.openxmlformats.org/officeDocument/2006/relationships/slide" Target="slides/slide32.xml"  /><Relationship Id="rId34" Type="http://schemas.openxmlformats.org/officeDocument/2006/relationships/slide" Target="slides/slide33.xml"  /><Relationship Id="rId35" Type="http://schemas.openxmlformats.org/officeDocument/2006/relationships/slide" Target="slides/slide34.xml"  /><Relationship Id="rId36" Type="http://schemas.openxmlformats.org/officeDocument/2006/relationships/slide" Target="slides/slide35.xml"  /><Relationship Id="rId37" Type="http://schemas.openxmlformats.org/officeDocument/2006/relationships/slide" Target="slides/slide36.xml"  /><Relationship Id="rId38" Type="http://schemas.openxmlformats.org/officeDocument/2006/relationships/slide" Target="slides/slide37.xml"  /><Relationship Id="rId39" Type="http://schemas.openxmlformats.org/officeDocument/2006/relationships/slide" Target="slides/slide38.xml"  /><Relationship Id="rId4" Type="http://schemas.openxmlformats.org/officeDocument/2006/relationships/slide" Target="slides/slide3.xml"  /><Relationship Id="rId40" Type="http://schemas.openxmlformats.org/officeDocument/2006/relationships/slide" Target="slides/slide39.xml"  /><Relationship Id="rId41" Type="http://schemas.openxmlformats.org/officeDocument/2006/relationships/slide" Target="slides/slide40.xml"  /><Relationship Id="rId42" Type="http://schemas.openxmlformats.org/officeDocument/2006/relationships/presProps" Target="presProps.xml"  /><Relationship Id="rId43" Type="http://schemas.openxmlformats.org/officeDocument/2006/relationships/viewProps" Target="viewProps.xml"  /><Relationship Id="rId44" Type="http://schemas.openxmlformats.org/officeDocument/2006/relationships/theme" Target="theme/theme1.xml"  /><Relationship Id="rId45" Type="http://schemas.openxmlformats.org/officeDocument/2006/relationships/tableStyles" Target="tableStyles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033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44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56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7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55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48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36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9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66263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3E3170-40B7-4901-A21C-2912607717C9}" type="datetimeFigureOut">
              <a:rPr lang="ko-KR" altLang="en-US" smtClean="0"/>
              <a:t>2023-12-13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AC263-896D-4AD7-90CA-3D8A14828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33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1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Relationship Id="rId3" Type="http://schemas.openxmlformats.org/officeDocument/2006/relationships/image" Target="../media/image1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Relationship Id="rId3" Type="http://schemas.openxmlformats.org/officeDocument/2006/relationships/image" Target="../media/image2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Relationship Id="rId3" Type="http://schemas.openxmlformats.org/officeDocument/2006/relationships/image" Target="../media/image3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1.png"  /><Relationship Id="rId3" Type="http://schemas.openxmlformats.org/officeDocument/2006/relationships/image" Target="../media/image24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4.png"  /><Relationship Id="rId3" Type="http://schemas.openxmlformats.org/officeDocument/2006/relationships/image" Target="../media/image35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5.png"  /><Relationship Id="rId3" Type="http://schemas.openxmlformats.org/officeDocument/2006/relationships/image" Target="../media/image36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5.png"  /><Relationship Id="rId3" Type="http://schemas.openxmlformats.org/officeDocument/2006/relationships/image" Target="../media/image37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5.png"  /><Relationship Id="rId3" Type="http://schemas.openxmlformats.org/officeDocument/2006/relationships/image" Target="../media/image38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5.png"  /><Relationship Id="rId3" Type="http://schemas.openxmlformats.org/officeDocument/2006/relationships/image" Target="../media/image39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0.png"  /><Relationship Id="rId3" Type="http://schemas.openxmlformats.org/officeDocument/2006/relationships/image" Target="../media/image41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3.png"  /><Relationship Id="rId3" Type="http://schemas.openxmlformats.org/officeDocument/2006/relationships/image" Target="../media/image44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5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6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7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8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9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0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1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1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524000" y="1690587"/>
            <a:ext cx="9144000" cy="181896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10000"/>
              <a:t>To Do List</a:t>
            </a:r>
            <a:endParaRPr lang="ko-KR" altLang="en-US" sz="100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905589"/>
            <a:ext cx="9144000" cy="165576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김연재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최수용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crosoft To Do">
            <a:extLst>
              <a:ext uri="{FF2B5EF4-FFF2-40B4-BE49-F238E27FC236}">
                <a16:creationId xmlns:a16="http://schemas.microsoft.com/office/drawing/2014/main" id="{5C1FB947-7936-5FC2-EE00-773780DA4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068" y="3967026"/>
            <a:ext cx="381000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tion">
            <a:extLst>
              <a:ext uri="{FF2B5EF4-FFF2-40B4-BE49-F238E27FC236}">
                <a16:creationId xmlns:a16="http://schemas.microsoft.com/office/drawing/2014/main" id="{3A8553FF-C7E7-D066-B26A-296AA54C7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356" y="4205151"/>
            <a:ext cx="462915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 Tasks">
            <a:extLst>
              <a:ext uri="{FF2B5EF4-FFF2-40B4-BE49-F238E27FC236}">
                <a16:creationId xmlns:a16="http://schemas.microsoft.com/office/drawing/2014/main" id="{48A66C58-470F-CACA-E467-3F99864B6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068" y="1052649"/>
            <a:ext cx="5651863" cy="263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68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F8219D-D1D3-1B97-AB10-A2C00608D3C3}"/>
              </a:ext>
            </a:extLst>
          </p:cNvPr>
          <p:cNvSpPr txBox="1"/>
          <p:nvPr/>
        </p:nvSpPr>
        <p:spPr>
          <a:xfrm>
            <a:off x="371166" y="3013500"/>
            <a:ext cx="150658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스플래시</a:t>
            </a:r>
            <a:endParaRPr lang="en-US" altLang="ko-KR" sz="2400" dirty="0"/>
          </a:p>
          <a:p>
            <a:pPr algn="ctr"/>
            <a:r>
              <a:rPr lang="ko-KR" altLang="en-US" sz="2400" dirty="0"/>
              <a:t>스크린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438CE-1A6D-873C-4AA9-197FADA028D2}"/>
              </a:ext>
            </a:extLst>
          </p:cNvPr>
          <p:cNvSpPr txBox="1"/>
          <p:nvPr/>
        </p:nvSpPr>
        <p:spPr>
          <a:xfrm>
            <a:off x="2588586" y="3198169"/>
            <a:ext cx="15065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로그인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4A6F5-033F-51F4-7CC2-5866E2D0CEE6}"/>
              </a:ext>
            </a:extLst>
          </p:cNvPr>
          <p:cNvSpPr txBox="1"/>
          <p:nvPr/>
        </p:nvSpPr>
        <p:spPr>
          <a:xfrm>
            <a:off x="2588586" y="2118359"/>
            <a:ext cx="15065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회원가입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23D47-E361-9700-2FDF-2632FEC3DBCC}"/>
              </a:ext>
            </a:extLst>
          </p:cNvPr>
          <p:cNvSpPr txBox="1"/>
          <p:nvPr/>
        </p:nvSpPr>
        <p:spPr>
          <a:xfrm>
            <a:off x="4806006" y="3198168"/>
            <a:ext cx="203345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To Do List</a:t>
            </a:r>
            <a:endParaRPr lang="ko-KR" altLang="en-US" sz="24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E66BAE9-62AF-EAAF-CE45-38D06F9AAE9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877748" y="3428999"/>
            <a:ext cx="710838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76C2451-CBDC-83C9-9B86-885D410E514C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4095168" y="3429001"/>
            <a:ext cx="7108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0A9AFE-5021-350B-C6B3-2B2A54BE20BC}"/>
              </a:ext>
            </a:extLst>
          </p:cNvPr>
          <p:cNvSpPr txBox="1"/>
          <p:nvPr/>
        </p:nvSpPr>
        <p:spPr>
          <a:xfrm>
            <a:off x="7550294" y="3198167"/>
            <a:ext cx="15065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설정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1F9F33-DBEF-07A6-EE8D-3217522C80D6}"/>
              </a:ext>
            </a:extLst>
          </p:cNvPr>
          <p:cNvSpPr txBox="1"/>
          <p:nvPr/>
        </p:nvSpPr>
        <p:spPr>
          <a:xfrm>
            <a:off x="7550293" y="2118359"/>
            <a:ext cx="15065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달력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A37660A-B5BE-0300-C6CE-D64CCA401DC5}"/>
              </a:ext>
            </a:extLst>
          </p:cNvPr>
          <p:cNvCxnSpPr>
            <a:stCxn id="7" idx="3"/>
            <a:endCxn id="25" idx="1"/>
          </p:cNvCxnSpPr>
          <p:nvPr/>
        </p:nvCxnSpPr>
        <p:spPr>
          <a:xfrm flipV="1">
            <a:off x="6839456" y="3429000"/>
            <a:ext cx="7108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C12BC2C-07D4-D03F-3CCA-BF7557209A5E}"/>
              </a:ext>
            </a:extLst>
          </p:cNvPr>
          <p:cNvCxnSpPr>
            <a:stCxn id="25" idx="1"/>
            <a:endCxn id="7" idx="3"/>
          </p:cNvCxnSpPr>
          <p:nvPr/>
        </p:nvCxnSpPr>
        <p:spPr>
          <a:xfrm flipH="1">
            <a:off x="6839456" y="3429000"/>
            <a:ext cx="7108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A078C5E-6E26-9D02-1E88-DA39F79A4981}"/>
              </a:ext>
            </a:extLst>
          </p:cNvPr>
          <p:cNvSpPr txBox="1"/>
          <p:nvPr/>
        </p:nvSpPr>
        <p:spPr>
          <a:xfrm>
            <a:off x="9767713" y="3201183"/>
            <a:ext cx="191979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/>
              <a:t>사용자 정보</a:t>
            </a:r>
            <a:endParaRPr lang="ko-KR" altLang="en-US" sz="24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0C25C15-1AF2-10E5-7FEA-6FDB2E5D5F27}"/>
              </a:ext>
            </a:extLst>
          </p:cNvPr>
          <p:cNvCxnSpPr>
            <a:stCxn id="25" idx="3"/>
            <a:endCxn id="33" idx="1"/>
          </p:cNvCxnSpPr>
          <p:nvPr/>
        </p:nvCxnSpPr>
        <p:spPr>
          <a:xfrm>
            <a:off x="9056876" y="3429000"/>
            <a:ext cx="710837" cy="3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806AE5-30FE-743A-6B93-93FAD521C668}"/>
              </a:ext>
            </a:extLst>
          </p:cNvPr>
          <p:cNvSpPr txBox="1"/>
          <p:nvPr/>
        </p:nvSpPr>
        <p:spPr>
          <a:xfrm>
            <a:off x="9753747" y="2118358"/>
            <a:ext cx="191979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폰트 크기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4A0E28-F766-1321-D89E-A79CF7562DEF}"/>
              </a:ext>
            </a:extLst>
          </p:cNvPr>
          <p:cNvSpPr txBox="1"/>
          <p:nvPr/>
        </p:nvSpPr>
        <p:spPr>
          <a:xfrm>
            <a:off x="9753746" y="4277976"/>
            <a:ext cx="191979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로그아웃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0B91DAE-1235-89AD-BDF6-C3932DC6A326}"/>
              </a:ext>
            </a:extLst>
          </p:cNvPr>
          <p:cNvCxnSpPr>
            <a:stCxn id="25" idx="3"/>
            <a:endCxn id="38" idx="1"/>
          </p:cNvCxnSpPr>
          <p:nvPr/>
        </p:nvCxnSpPr>
        <p:spPr>
          <a:xfrm flipV="1">
            <a:off x="9056876" y="2349191"/>
            <a:ext cx="696871" cy="107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DBBA64C-3628-C54F-DED0-F0FB88FC02C5}"/>
              </a:ext>
            </a:extLst>
          </p:cNvPr>
          <p:cNvCxnSpPr>
            <a:stCxn id="25" idx="3"/>
            <a:endCxn id="39" idx="1"/>
          </p:cNvCxnSpPr>
          <p:nvPr/>
        </p:nvCxnSpPr>
        <p:spPr>
          <a:xfrm>
            <a:off x="9056876" y="3429000"/>
            <a:ext cx="696870" cy="107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F5182ED-11D9-A940-A0B7-80DD1606FA81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3341877" y="2580024"/>
            <a:ext cx="0" cy="618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1A42D22-D607-0073-DF7F-990E441D97F5}"/>
              </a:ext>
            </a:extLst>
          </p:cNvPr>
          <p:cNvCxnSpPr>
            <a:stCxn id="5" idx="0"/>
            <a:endCxn id="6" idx="2"/>
          </p:cNvCxnSpPr>
          <p:nvPr/>
        </p:nvCxnSpPr>
        <p:spPr>
          <a:xfrm flipV="1">
            <a:off x="3341877" y="2580024"/>
            <a:ext cx="0" cy="618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2A7FF372-8D26-80C7-3FE0-8CC2DFC7084E}"/>
              </a:ext>
            </a:extLst>
          </p:cNvPr>
          <p:cNvCxnSpPr>
            <a:cxnSpLocks/>
          </p:cNvCxnSpPr>
          <p:nvPr/>
        </p:nvCxnSpPr>
        <p:spPr>
          <a:xfrm rot="5400000" flipH="1">
            <a:off x="6487856" y="518706"/>
            <a:ext cx="1079807" cy="7371765"/>
          </a:xfrm>
          <a:prstGeom prst="bentConnector3">
            <a:avLst>
              <a:gd name="adj1" fmla="val -167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B1846FF-3499-4A79-CC8D-70D7425D5BCD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6839456" y="2349192"/>
            <a:ext cx="710837" cy="107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1CBC605-2F98-4F55-8AE2-55A0AD9F4BBC}"/>
              </a:ext>
            </a:extLst>
          </p:cNvPr>
          <p:cNvCxnSpPr>
            <a:stCxn id="26" idx="1"/>
            <a:endCxn id="7" idx="3"/>
          </p:cNvCxnSpPr>
          <p:nvPr/>
        </p:nvCxnSpPr>
        <p:spPr>
          <a:xfrm flipH="1">
            <a:off x="6839456" y="2349192"/>
            <a:ext cx="710837" cy="107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D521685-6C42-ACDE-9B50-8391A495ABDD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1. </a:t>
            </a:r>
            <a:r>
              <a:rPr lang="ko-KR" altLang="en-US" sz="4000" b="1" dirty="0"/>
              <a:t>프로그램 구조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F215C902-C582-A3C9-7AB4-FD0E54CCF3CF}"/>
              </a:ext>
            </a:extLst>
          </p:cNvPr>
          <p:cNvSpPr/>
          <p:nvPr/>
        </p:nvSpPr>
        <p:spPr>
          <a:xfrm>
            <a:off x="1323529" y="5211012"/>
            <a:ext cx="1819275" cy="107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User Data DB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24FFAD9-40FD-CC30-CBAF-AF9164F4CE67}"/>
              </a:ext>
            </a:extLst>
          </p:cNvPr>
          <p:cNvSpPr/>
          <p:nvPr/>
        </p:nvSpPr>
        <p:spPr>
          <a:xfrm>
            <a:off x="4003455" y="5211016"/>
            <a:ext cx="1819275" cy="1079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To Do List</a:t>
            </a:r>
          </a:p>
          <a:p>
            <a:pPr algn="ctr"/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10" name="화살표: 위쪽/아래쪽 9">
            <a:extLst>
              <a:ext uri="{FF2B5EF4-FFF2-40B4-BE49-F238E27FC236}">
                <a16:creationId xmlns:a16="http://schemas.microsoft.com/office/drawing/2014/main" id="{2C9F1F27-4D2B-0F2D-10D3-B3DEF87E756D}"/>
              </a:ext>
            </a:extLst>
          </p:cNvPr>
          <p:cNvSpPr/>
          <p:nvPr/>
        </p:nvSpPr>
        <p:spPr>
          <a:xfrm rot="798516">
            <a:off x="2684142" y="3673017"/>
            <a:ext cx="199199" cy="158250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위쪽/아래쪽 10">
            <a:extLst>
              <a:ext uri="{FF2B5EF4-FFF2-40B4-BE49-F238E27FC236}">
                <a16:creationId xmlns:a16="http://schemas.microsoft.com/office/drawing/2014/main" id="{23B976B7-4DE4-6B8D-1B57-88702E65EBCB}"/>
              </a:ext>
            </a:extLst>
          </p:cNvPr>
          <p:cNvSpPr/>
          <p:nvPr/>
        </p:nvSpPr>
        <p:spPr>
          <a:xfrm rot="798516">
            <a:off x="5367712" y="3680144"/>
            <a:ext cx="199199" cy="158250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00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E3EF531-B453-AEF2-5205-F4ED1706F114}"/>
              </a:ext>
            </a:extLst>
          </p:cNvPr>
          <p:cNvSpPr txBox="1"/>
          <p:nvPr/>
        </p:nvSpPr>
        <p:spPr>
          <a:xfrm>
            <a:off x="5802322" y="1092110"/>
            <a:ext cx="6527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GUI</a:t>
            </a:r>
            <a:endParaRPr lang="ko-KR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5E534C-C351-202A-D059-589D67927EBB}"/>
              </a:ext>
            </a:extLst>
          </p:cNvPr>
          <p:cNvSpPr txBox="1"/>
          <p:nvPr/>
        </p:nvSpPr>
        <p:spPr>
          <a:xfrm>
            <a:off x="5802322" y="2073505"/>
            <a:ext cx="27356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Data</a:t>
            </a:r>
            <a:r>
              <a:rPr lang="ko-KR" altLang="en-US" sz="2400" dirty="0"/>
              <a:t> </a:t>
            </a:r>
            <a:r>
              <a:rPr lang="en-US" altLang="ko-KR" sz="2400" dirty="0"/>
              <a:t>Transfer</a:t>
            </a:r>
            <a:r>
              <a:rPr lang="ko-KR" altLang="en-US" sz="2400" dirty="0"/>
              <a:t> </a:t>
            </a:r>
            <a:r>
              <a:rPr lang="en-US" altLang="ko-KR" sz="2400" dirty="0"/>
              <a:t>Object</a:t>
            </a:r>
            <a:endParaRPr lang="ko-KR" alt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A53E17-1237-76C1-9EA2-32B1A27B3CE6}"/>
              </a:ext>
            </a:extLst>
          </p:cNvPr>
          <p:cNvSpPr txBox="1"/>
          <p:nvPr/>
        </p:nvSpPr>
        <p:spPr>
          <a:xfrm>
            <a:off x="5805303" y="3429000"/>
            <a:ext cx="19279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b="0" i="0" dirty="0">
                <a:solidFill>
                  <a:srgbClr val="000000"/>
                </a:solidFill>
                <a:effectLst/>
                <a:latin typeface="noto"/>
              </a:rPr>
              <a:t>Core Function</a:t>
            </a:r>
            <a:endParaRPr lang="ko-KR" alt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AEE65-79C6-0FB5-B074-F82B950822B6}"/>
              </a:ext>
            </a:extLst>
          </p:cNvPr>
          <p:cNvSpPr txBox="1"/>
          <p:nvPr/>
        </p:nvSpPr>
        <p:spPr>
          <a:xfrm>
            <a:off x="5802322" y="5296221"/>
            <a:ext cx="264283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b="0" i="0" dirty="0">
                <a:solidFill>
                  <a:srgbClr val="000000"/>
                </a:solidFill>
                <a:effectLst/>
                <a:latin typeface="noto"/>
              </a:rPr>
              <a:t>Function Assistance</a:t>
            </a:r>
            <a:endParaRPr lang="ko-KR" altLang="en-US" sz="2400" dirty="0"/>
          </a:p>
        </p:txBody>
      </p:sp>
      <p:sp>
        <p:nvSpPr>
          <p:cNvPr id="21" name="오른쪽 중괄호 20">
            <a:extLst>
              <a:ext uri="{FF2B5EF4-FFF2-40B4-BE49-F238E27FC236}">
                <a16:creationId xmlns:a16="http://schemas.microsoft.com/office/drawing/2014/main" id="{D41A05D5-AD15-3364-92E8-0B1B251957D7}"/>
              </a:ext>
            </a:extLst>
          </p:cNvPr>
          <p:cNvSpPr/>
          <p:nvPr/>
        </p:nvSpPr>
        <p:spPr>
          <a:xfrm>
            <a:off x="4316603" y="4967986"/>
            <a:ext cx="1241233" cy="1365610"/>
          </a:xfrm>
          <a:prstGeom prst="rightBrace">
            <a:avLst>
              <a:gd name="adj1" fmla="val 8333"/>
              <a:gd name="adj2" fmla="val 412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오른쪽 중괄호 21">
            <a:extLst>
              <a:ext uri="{FF2B5EF4-FFF2-40B4-BE49-F238E27FC236}">
                <a16:creationId xmlns:a16="http://schemas.microsoft.com/office/drawing/2014/main" id="{4A3BA8E4-5D02-67C9-C206-3202C26AD055}"/>
              </a:ext>
            </a:extLst>
          </p:cNvPr>
          <p:cNvSpPr/>
          <p:nvPr/>
        </p:nvSpPr>
        <p:spPr>
          <a:xfrm>
            <a:off x="4316604" y="2757488"/>
            <a:ext cx="1241233" cy="2109537"/>
          </a:xfrm>
          <a:prstGeom prst="rightBrace">
            <a:avLst>
              <a:gd name="adj1" fmla="val 8333"/>
              <a:gd name="adj2" fmla="val 412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오른쪽 중괄호 22">
            <a:extLst>
              <a:ext uri="{FF2B5EF4-FFF2-40B4-BE49-F238E27FC236}">
                <a16:creationId xmlns:a16="http://schemas.microsoft.com/office/drawing/2014/main" id="{66421580-2A0F-7464-0120-B39E7EA992D1}"/>
              </a:ext>
            </a:extLst>
          </p:cNvPr>
          <p:cNvSpPr/>
          <p:nvPr/>
        </p:nvSpPr>
        <p:spPr>
          <a:xfrm>
            <a:off x="4316604" y="2081781"/>
            <a:ext cx="1241233" cy="574746"/>
          </a:xfrm>
          <a:prstGeom prst="rightBrace">
            <a:avLst>
              <a:gd name="adj1" fmla="val 8333"/>
              <a:gd name="adj2" fmla="val 412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오른쪽 중괄호 23">
            <a:extLst>
              <a:ext uri="{FF2B5EF4-FFF2-40B4-BE49-F238E27FC236}">
                <a16:creationId xmlns:a16="http://schemas.microsoft.com/office/drawing/2014/main" id="{00BCF24B-D5D0-6109-0DA1-817B27429E9A}"/>
              </a:ext>
            </a:extLst>
          </p:cNvPr>
          <p:cNvSpPr/>
          <p:nvPr/>
        </p:nvSpPr>
        <p:spPr>
          <a:xfrm>
            <a:off x="4316603" y="814388"/>
            <a:ext cx="1241233" cy="1166432"/>
          </a:xfrm>
          <a:prstGeom prst="rightBrace">
            <a:avLst>
              <a:gd name="adj1" fmla="val 8333"/>
              <a:gd name="adj2" fmla="val 412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A3C7D5-9624-7D70-18C6-B21554838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744" y="381529"/>
            <a:ext cx="2400635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6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46699-948A-992A-116F-F77F02180E8E}"/>
              </a:ext>
            </a:extLst>
          </p:cNvPr>
          <p:cNvSpPr txBox="1"/>
          <p:nvPr/>
        </p:nvSpPr>
        <p:spPr>
          <a:xfrm>
            <a:off x="371165" y="399195"/>
            <a:ext cx="6296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2. GUI</a:t>
            </a:r>
            <a:endParaRPr lang="ko-KR" altLang="en-US" sz="4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337F6B-D9CE-CD2F-AFF1-EA97BF083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31" y="1492469"/>
            <a:ext cx="3053074" cy="457190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2DCF122-0BF3-A14A-08CE-8823914D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81" y="1777890"/>
            <a:ext cx="6849431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4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9A538C0-AEA5-7F59-66A2-50A1A7C5B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4" y="1534202"/>
            <a:ext cx="4599436" cy="21929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439442-33FF-69BE-6619-1899584F91AF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3. </a:t>
            </a:r>
            <a:r>
              <a:rPr lang="ko-KR" altLang="en-US" sz="4000" b="1" dirty="0"/>
              <a:t>프로그램 동작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81C63BA-21D0-1F24-CD86-E7877E333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9195"/>
            <a:ext cx="5582429" cy="61254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1F3707D-1A4D-4B4D-E293-7AD974CBD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4" y="4052033"/>
            <a:ext cx="3219899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6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9B50B61-449A-F526-C445-BC25CBF58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" y="1475373"/>
            <a:ext cx="6096000" cy="39072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C48B104-1E79-97AC-DC67-23087E649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201" y="1227193"/>
            <a:ext cx="5917105" cy="44036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A86F83-B6F6-6867-EAD5-A7330433FA07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3. </a:t>
            </a:r>
            <a:r>
              <a:rPr lang="ko-KR" altLang="en-US" sz="4000" b="1" dirty="0"/>
              <a:t>프로그램 시작</a:t>
            </a:r>
          </a:p>
        </p:txBody>
      </p:sp>
    </p:spTree>
    <p:extLst>
      <p:ext uri="{BB962C8B-B14F-4D97-AF65-F5344CB8AC3E}">
        <p14:creationId xmlns:p14="http://schemas.microsoft.com/office/powerpoint/2010/main" val="3358927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46699-948A-992A-116F-F77F02180E8E}"/>
              </a:ext>
            </a:extLst>
          </p:cNvPr>
          <p:cNvSpPr txBox="1"/>
          <p:nvPr/>
        </p:nvSpPr>
        <p:spPr>
          <a:xfrm>
            <a:off x="371165" y="399195"/>
            <a:ext cx="7991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4. </a:t>
            </a:r>
            <a:r>
              <a:rPr lang="ko-KR" altLang="en-US" sz="4000" b="1" dirty="0"/>
              <a:t>스플래시 스크린 기능 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337F6B-D9CE-CD2F-AFF1-EA97BF083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31" y="1492469"/>
            <a:ext cx="3053074" cy="45719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B1EF032-0DAA-08FB-E904-A5F7070D0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739" y="2144653"/>
            <a:ext cx="5849166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89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46699-948A-992A-116F-F77F02180E8E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5. </a:t>
            </a:r>
            <a:r>
              <a:rPr lang="ko-KR" altLang="en-US" sz="4000" b="1" dirty="0"/>
              <a:t>로그인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F113D6-5DCF-D883-F139-1DDD6C321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31" y="1367790"/>
            <a:ext cx="3263033" cy="488631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2A9A134-FC24-3713-93FC-DB28636D3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479" y="439476"/>
            <a:ext cx="5687219" cy="22005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2413F5-F127-DAB5-2D72-B7B8404A4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479" y="2632215"/>
            <a:ext cx="6893435" cy="423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372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46699-948A-992A-116F-F77F02180E8E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5. </a:t>
            </a:r>
            <a:r>
              <a:rPr lang="ko-KR" altLang="en-US" sz="4000" b="1" dirty="0"/>
              <a:t>로그인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F113D6-5DCF-D883-F139-1DDD6C321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31" y="1367790"/>
            <a:ext cx="3263033" cy="488631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2A9A134-FC24-3713-93FC-DB28636D3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479" y="439476"/>
            <a:ext cx="5687219" cy="22005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2413F5-F127-DAB5-2D72-B7B8404A4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479" y="2632215"/>
            <a:ext cx="6893435" cy="42326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04E39A7-3B64-1C32-4600-7E69ECC46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15" y="1641264"/>
            <a:ext cx="4944101" cy="423266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676BAE6-E067-7078-DFAD-736C2715D0E0}"/>
              </a:ext>
            </a:extLst>
          </p:cNvPr>
          <p:cNvSpPr/>
          <p:nvPr/>
        </p:nvSpPr>
        <p:spPr>
          <a:xfrm>
            <a:off x="8786949" y="4165191"/>
            <a:ext cx="923108" cy="21521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29D08A-76D9-E4B0-3A5B-110D22274364}"/>
              </a:ext>
            </a:extLst>
          </p:cNvPr>
          <p:cNvSpPr/>
          <p:nvPr/>
        </p:nvSpPr>
        <p:spPr>
          <a:xfrm>
            <a:off x="87086" y="1539767"/>
            <a:ext cx="5124393" cy="441689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8D70E8-A524-EE90-2EE4-D764D761B9BC}"/>
              </a:ext>
            </a:extLst>
          </p:cNvPr>
          <p:cNvSpPr/>
          <p:nvPr/>
        </p:nvSpPr>
        <p:spPr>
          <a:xfrm>
            <a:off x="7371806" y="3091543"/>
            <a:ext cx="2233748" cy="2039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361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735A5-0798-4D03-1B68-382FB269686B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5. </a:t>
            </a:r>
            <a:r>
              <a:rPr lang="ko-KR" altLang="en-US" sz="4000" b="1" dirty="0"/>
              <a:t>로그인 기능 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AD66D0-263F-AC1E-3973-D1BA2BB789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0"/>
          <a:stretch/>
        </p:blipFill>
        <p:spPr>
          <a:xfrm>
            <a:off x="5001364" y="1410788"/>
            <a:ext cx="7026260" cy="47810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803CD62-767B-08B3-7002-7280ABDD99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74" t="82301" r="1731"/>
          <a:stretch/>
        </p:blipFill>
        <p:spPr>
          <a:xfrm>
            <a:off x="0" y="3683726"/>
            <a:ext cx="4809654" cy="34834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11CED59-0FD1-AFB7-ED4E-C4FD8E4E98CC}"/>
              </a:ext>
            </a:extLst>
          </p:cNvPr>
          <p:cNvSpPr/>
          <p:nvPr/>
        </p:nvSpPr>
        <p:spPr>
          <a:xfrm>
            <a:off x="6679474" y="3300549"/>
            <a:ext cx="4162697" cy="557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1D26559-FF47-E436-9F73-99875CC47253}"/>
              </a:ext>
            </a:extLst>
          </p:cNvPr>
          <p:cNvCxnSpPr>
            <a:endCxn id="3" idx="3"/>
          </p:cNvCxnSpPr>
          <p:nvPr/>
        </p:nvCxnSpPr>
        <p:spPr>
          <a:xfrm flipH="1">
            <a:off x="4809654" y="3557452"/>
            <a:ext cx="1869820" cy="3004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582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5. </a:t>
            </a:r>
            <a:r>
              <a:rPr lang="ko-KR" altLang="en-US" sz="4000" b="1" dirty="0"/>
              <a:t>로그인 </a:t>
            </a:r>
            <a:r>
              <a:rPr lang="en-US" altLang="ko-KR" sz="4000" b="1" dirty="0"/>
              <a:t>DB</a:t>
            </a:r>
            <a:endParaRPr lang="ko-KR" altLang="en-US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E6B3B-F503-DD7F-FD2D-D3019E10E99A}"/>
              </a:ext>
            </a:extLst>
          </p:cNvPr>
          <p:cNvSpPr txBox="1"/>
          <p:nvPr/>
        </p:nvSpPr>
        <p:spPr>
          <a:xfrm>
            <a:off x="371165" y="1838709"/>
            <a:ext cx="28167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로그인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50DC7A-56C5-0BCF-791A-E5B71F972956}"/>
              </a:ext>
            </a:extLst>
          </p:cNvPr>
          <p:cNvSpPr txBox="1"/>
          <p:nvPr/>
        </p:nvSpPr>
        <p:spPr>
          <a:xfrm>
            <a:off x="371165" y="4601589"/>
            <a:ext cx="28167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회원가입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6237648-0C24-43B9-099E-4C0C582AE87E}"/>
              </a:ext>
            </a:extLst>
          </p:cNvPr>
          <p:cNvSpPr/>
          <p:nvPr/>
        </p:nvSpPr>
        <p:spPr>
          <a:xfrm>
            <a:off x="3484407" y="2815868"/>
            <a:ext cx="2900856" cy="12612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User</a:t>
            </a:r>
            <a:r>
              <a:rPr lang="ko-KR" altLang="en-US" sz="2400" dirty="0"/>
              <a:t> </a:t>
            </a:r>
            <a:r>
              <a:rPr lang="en-US" altLang="ko-KR" sz="2400" dirty="0"/>
              <a:t>Data</a:t>
            </a:r>
            <a:r>
              <a:rPr lang="ko-KR" altLang="en-US" sz="2400" dirty="0"/>
              <a:t> </a:t>
            </a:r>
            <a:r>
              <a:rPr lang="en-US" altLang="ko-KR" sz="2400" dirty="0"/>
              <a:t>DB</a:t>
            </a:r>
            <a:endParaRPr lang="ko-KR" altLang="en-US" sz="24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0ED2C05-5F65-DD43-D2ED-A2069D1A01AC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 flipV="1">
            <a:off x="3187937" y="2069542"/>
            <a:ext cx="721291" cy="931030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6E6A856-5F5B-BE3E-CCE0-66E5C796F8F2}"/>
              </a:ext>
            </a:extLst>
          </p:cNvPr>
          <p:cNvCxnSpPr>
            <a:cxnSpLocks/>
            <a:stCxn id="7" idx="3"/>
            <a:endCxn id="8" idx="3"/>
          </p:cNvCxnSpPr>
          <p:nvPr/>
        </p:nvCxnSpPr>
        <p:spPr>
          <a:xfrm flipV="1">
            <a:off x="3187937" y="3892405"/>
            <a:ext cx="721291" cy="940017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2B9DFBE-5F7D-5874-741A-930B2BDB467C}"/>
              </a:ext>
            </a:extLst>
          </p:cNvPr>
          <p:cNvCxnSpPr>
            <a:cxnSpLocks/>
            <a:stCxn id="8" idx="3"/>
            <a:endCxn id="7" idx="3"/>
          </p:cNvCxnSpPr>
          <p:nvPr/>
        </p:nvCxnSpPr>
        <p:spPr>
          <a:xfrm flipH="1">
            <a:off x="3187937" y="3892405"/>
            <a:ext cx="721291" cy="940017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36954BB6-2F67-04AD-BB8C-BDD74FED2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436" y="1524000"/>
            <a:ext cx="2402067" cy="15966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452F7E1-9FA4-7692-1D8E-DC1053C2B8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74" r="1731"/>
          <a:stretch/>
        </p:blipFill>
        <p:spPr>
          <a:xfrm>
            <a:off x="7114903" y="3443610"/>
            <a:ext cx="4928242" cy="201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8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77712-5054-D498-4045-B0A39635AA2D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6. </a:t>
            </a:r>
            <a:r>
              <a:rPr lang="ko-KR" altLang="en-US" sz="4000" b="1" dirty="0"/>
              <a:t>회원가입 기능 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E6D5E5-F1CA-48D0-9815-C73D0E964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37" y="1390650"/>
            <a:ext cx="3298290" cy="49391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D51D630-31E5-9267-3445-3E7532EB8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237" y="1107081"/>
            <a:ext cx="7647875" cy="564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4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77712-5054-D498-4045-B0A39635AA2D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6. </a:t>
            </a:r>
            <a:r>
              <a:rPr lang="ko-KR" altLang="en-US" sz="4000" b="1" dirty="0"/>
              <a:t>회원가입 기능 구현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F0CA21-3F02-90E4-BFB4-B9FC17AF3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717" y="1030880"/>
            <a:ext cx="9996565" cy="575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25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735A5-0798-4D03-1B68-382FB269686B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7. To Do List</a:t>
            </a:r>
            <a:endParaRPr lang="ko-KR" altLang="en-US" sz="4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AD66D0-263F-AC1E-3973-D1BA2BB789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86" t="60553" r="40954" b="27138"/>
          <a:stretch/>
        </p:blipFill>
        <p:spPr>
          <a:xfrm>
            <a:off x="4808509" y="1615440"/>
            <a:ext cx="2569029" cy="70788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816576-28BD-7CA1-C7C3-05C937E3B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09" y="2831686"/>
            <a:ext cx="6992326" cy="27054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8F16648-F4FE-D1C6-3254-D09B5BE03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44" y="1190207"/>
            <a:ext cx="3415616" cy="5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19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735A5-0798-4D03-1B68-382FB269686B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6. To Do List</a:t>
            </a:r>
            <a:endParaRPr lang="ko-KR" altLang="en-US" sz="4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2CF75A-D191-2F1F-0E73-A005C20F8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572"/>
            <a:ext cx="12192000" cy="636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40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BD60785-4016-5487-BFB2-CE0DED65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77" y="261495"/>
            <a:ext cx="9278645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23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BFFBDC-B540-FBC6-E75C-383B990790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762" b="50000"/>
          <a:stretch/>
        </p:blipFill>
        <p:spPr>
          <a:xfrm>
            <a:off x="233766" y="687976"/>
            <a:ext cx="11724467" cy="22794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83DF7CC-DF0C-27C3-87BD-FCA978B6E5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492"/>
          <a:stretch/>
        </p:blipFill>
        <p:spPr>
          <a:xfrm>
            <a:off x="233766" y="3666310"/>
            <a:ext cx="11724467" cy="250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65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39BF8F0-4190-1579-6539-90026E9A35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588" b="39683"/>
          <a:stretch/>
        </p:blipFill>
        <p:spPr>
          <a:xfrm>
            <a:off x="1289502" y="478971"/>
            <a:ext cx="9612995" cy="320475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377B4C6-00DC-FFCC-243F-FA7053A568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825"/>
          <a:stretch/>
        </p:blipFill>
        <p:spPr>
          <a:xfrm>
            <a:off x="1289502" y="4223657"/>
            <a:ext cx="9612995" cy="158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49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735A5-0798-4D03-1B68-382FB269686B}"/>
              </a:ext>
            </a:extLst>
          </p:cNvPr>
          <p:cNvSpPr txBox="1"/>
          <p:nvPr/>
        </p:nvSpPr>
        <p:spPr>
          <a:xfrm>
            <a:off x="371165" y="399195"/>
            <a:ext cx="3415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7. To Do List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17A8A4-67CF-8E1E-A24B-831285319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44" y="1190207"/>
            <a:ext cx="3415616" cy="511479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727C8B7-96BC-17FA-F180-3800859CCBC0}"/>
              </a:ext>
            </a:extLst>
          </p:cNvPr>
          <p:cNvSpPr/>
          <p:nvPr/>
        </p:nvSpPr>
        <p:spPr>
          <a:xfrm>
            <a:off x="1153079" y="5667792"/>
            <a:ext cx="2633702" cy="3585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CC26BCA-FBD9-D05C-0488-7B07805E00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191"/>
          <a:stretch/>
        </p:blipFill>
        <p:spPr>
          <a:xfrm>
            <a:off x="4025289" y="1089555"/>
            <a:ext cx="8009528" cy="486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47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735A5-0798-4D03-1B68-382FB269686B}"/>
              </a:ext>
            </a:extLst>
          </p:cNvPr>
          <p:cNvSpPr txBox="1"/>
          <p:nvPr/>
        </p:nvSpPr>
        <p:spPr>
          <a:xfrm>
            <a:off x="371165" y="399195"/>
            <a:ext cx="3415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7. To Do List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17A8A4-67CF-8E1E-A24B-831285319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44" y="1190207"/>
            <a:ext cx="3415616" cy="511479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727C8B7-96BC-17FA-F180-3800859CCBC0}"/>
              </a:ext>
            </a:extLst>
          </p:cNvPr>
          <p:cNvSpPr/>
          <p:nvPr/>
        </p:nvSpPr>
        <p:spPr>
          <a:xfrm>
            <a:off x="1153079" y="5667792"/>
            <a:ext cx="2633702" cy="3585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9B9A00-EC1E-C454-5FF6-A489A3BFA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195" y="1509297"/>
            <a:ext cx="8005493" cy="415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37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735A5-0798-4D03-1B68-382FB269686B}"/>
              </a:ext>
            </a:extLst>
          </p:cNvPr>
          <p:cNvSpPr txBox="1"/>
          <p:nvPr/>
        </p:nvSpPr>
        <p:spPr>
          <a:xfrm>
            <a:off x="371165" y="399195"/>
            <a:ext cx="9338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7. To Do List      </a:t>
            </a:r>
            <a:r>
              <a:rPr lang="ko-KR" altLang="en-US" sz="2000" b="1" dirty="0"/>
              <a:t>페이지 </a:t>
            </a:r>
            <a:r>
              <a:rPr lang="en-US" altLang="ko-KR" sz="2000" b="1" dirty="0"/>
              <a:t>-&gt; </a:t>
            </a:r>
            <a:r>
              <a:rPr lang="ko-KR" altLang="en-US" sz="2000" b="1" dirty="0"/>
              <a:t>달력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설정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80819CE-0195-6DBC-A1DA-17ECEE05E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237" y="1555947"/>
            <a:ext cx="5973009" cy="42011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417A8A4-67CF-8E1E-A24B-831285319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44" y="1190207"/>
            <a:ext cx="3415616" cy="511479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727C8B7-96BC-17FA-F180-3800859CCBC0}"/>
              </a:ext>
            </a:extLst>
          </p:cNvPr>
          <p:cNvSpPr/>
          <p:nvPr/>
        </p:nvSpPr>
        <p:spPr>
          <a:xfrm>
            <a:off x="508644" y="1820091"/>
            <a:ext cx="788933" cy="14194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702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7. To Do List DB</a:t>
            </a:r>
            <a:endParaRPr lang="ko-KR" altLang="en-US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E6B3B-F503-DD7F-FD2D-D3019E10E99A}"/>
              </a:ext>
            </a:extLst>
          </p:cNvPr>
          <p:cNvSpPr txBox="1"/>
          <p:nvPr/>
        </p:nvSpPr>
        <p:spPr>
          <a:xfrm>
            <a:off x="541255" y="1912932"/>
            <a:ext cx="28167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To</a:t>
            </a:r>
            <a:r>
              <a:rPr lang="ko-KR" altLang="en-US" sz="2400" dirty="0"/>
              <a:t> </a:t>
            </a:r>
            <a:r>
              <a:rPr lang="en-US" altLang="ko-KR" sz="2400" dirty="0"/>
              <a:t>Do</a:t>
            </a:r>
            <a:r>
              <a:rPr lang="ko-KR" altLang="en-US" sz="2400" dirty="0"/>
              <a:t> </a:t>
            </a:r>
            <a:r>
              <a:rPr lang="en-US" altLang="ko-KR" sz="2400" dirty="0"/>
              <a:t>List</a:t>
            </a:r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50DC7A-56C5-0BCF-791A-E5B71F972956}"/>
              </a:ext>
            </a:extLst>
          </p:cNvPr>
          <p:cNvSpPr txBox="1"/>
          <p:nvPr/>
        </p:nvSpPr>
        <p:spPr>
          <a:xfrm>
            <a:off x="541255" y="4675812"/>
            <a:ext cx="28167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달력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6237648-0C24-43B9-099E-4C0C582AE87E}"/>
              </a:ext>
            </a:extLst>
          </p:cNvPr>
          <p:cNvSpPr/>
          <p:nvPr/>
        </p:nvSpPr>
        <p:spPr>
          <a:xfrm>
            <a:off x="3654497" y="2890091"/>
            <a:ext cx="2900856" cy="12612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To Do List</a:t>
            </a:r>
          </a:p>
          <a:p>
            <a:pPr algn="ctr"/>
            <a:r>
              <a:rPr lang="en-US" altLang="ko-KR" sz="2400" dirty="0"/>
              <a:t>DB</a:t>
            </a:r>
            <a:endParaRPr lang="ko-KR" altLang="en-US" sz="24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0ED2C05-5F65-DD43-D2ED-A2069D1A01AC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3358027" y="2143765"/>
            <a:ext cx="721291" cy="931030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6E6A856-5F5B-BE3E-CCE0-66E5C796F8F2}"/>
              </a:ext>
            </a:extLst>
          </p:cNvPr>
          <p:cNvCxnSpPr>
            <a:cxnSpLocks/>
            <a:stCxn id="8" idx="3"/>
            <a:endCxn id="7" idx="3"/>
          </p:cNvCxnSpPr>
          <p:nvPr/>
        </p:nvCxnSpPr>
        <p:spPr>
          <a:xfrm flipH="1">
            <a:off x="3358027" y="3966628"/>
            <a:ext cx="721291" cy="940017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B60CE45-A37F-CE40-D917-2724EEE34CAB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 flipV="1">
            <a:off x="3358027" y="2143765"/>
            <a:ext cx="721291" cy="931030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4EC42AB1-46A3-47D9-4001-020C1F5F9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823" y="561182"/>
            <a:ext cx="2194726" cy="25835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BC543C3-5795-CE98-C0F4-B25AE89D7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823" y="3144688"/>
            <a:ext cx="4066053" cy="352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49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8. Calendar</a:t>
            </a:r>
            <a:endParaRPr lang="ko-KR" altLang="en-US" sz="4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1627621-798A-1486-07A0-917AF3614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04" y="166232"/>
            <a:ext cx="6468378" cy="652553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2A2063E-D694-038D-0BC7-CA3DA0CA4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37" y="1223076"/>
            <a:ext cx="3496372" cy="523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42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8. Calendar</a:t>
            </a:r>
            <a:endParaRPr lang="ko-KR" altLang="en-US" sz="40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2A2063E-D694-038D-0BC7-CA3DA0CA4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37" y="1223076"/>
            <a:ext cx="3496372" cy="52357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E8D26B6-794E-4EE6-711F-A312CDAE4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695" y="399195"/>
            <a:ext cx="6163535" cy="599206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ABB4F33-0329-21C9-899A-44A9A421C89E}"/>
              </a:ext>
            </a:extLst>
          </p:cNvPr>
          <p:cNvSpPr/>
          <p:nvPr/>
        </p:nvSpPr>
        <p:spPr>
          <a:xfrm>
            <a:off x="748937" y="2046515"/>
            <a:ext cx="509469" cy="4180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34C807-50C7-2369-369D-05A524268A31}"/>
              </a:ext>
            </a:extLst>
          </p:cNvPr>
          <p:cNvSpPr/>
          <p:nvPr/>
        </p:nvSpPr>
        <p:spPr>
          <a:xfrm>
            <a:off x="613955" y="1558834"/>
            <a:ext cx="485901" cy="4876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18B6A2-93EE-50B3-0FAD-B7F13A97C1B0}"/>
              </a:ext>
            </a:extLst>
          </p:cNvPr>
          <p:cNvSpPr/>
          <p:nvPr/>
        </p:nvSpPr>
        <p:spPr>
          <a:xfrm>
            <a:off x="3335383" y="2046515"/>
            <a:ext cx="485901" cy="4180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926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8. Calendar</a:t>
            </a:r>
            <a:endParaRPr lang="ko-KR" altLang="en-US" sz="40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2A2063E-D694-038D-0BC7-CA3DA0CA4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37" y="1223076"/>
            <a:ext cx="3496372" cy="52357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02E676B-0ED0-5F45-9750-0FA601AB6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103" y="0"/>
            <a:ext cx="812638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69B02C6-1922-AFE6-171F-40626E3CA1AF}"/>
              </a:ext>
            </a:extLst>
          </p:cNvPr>
          <p:cNvSpPr/>
          <p:nvPr/>
        </p:nvSpPr>
        <p:spPr>
          <a:xfrm>
            <a:off x="687977" y="2020389"/>
            <a:ext cx="3257006" cy="37795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8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8. Calendar</a:t>
            </a:r>
            <a:endParaRPr lang="ko-KR" altLang="en-US" sz="40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2A2063E-D694-038D-0BC7-CA3DA0CA4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37" y="1223076"/>
            <a:ext cx="3496372" cy="52357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69B02C6-1922-AFE6-171F-40626E3CA1AF}"/>
              </a:ext>
            </a:extLst>
          </p:cNvPr>
          <p:cNvSpPr/>
          <p:nvPr/>
        </p:nvSpPr>
        <p:spPr>
          <a:xfrm>
            <a:off x="687977" y="2020389"/>
            <a:ext cx="3257006" cy="37795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2C735C-ACDA-6A82-D492-A3A944E1C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403" y="1436914"/>
            <a:ext cx="8079015" cy="456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06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8. Calendar</a:t>
            </a:r>
            <a:endParaRPr lang="ko-KR" altLang="en-US" sz="40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2A2063E-D694-038D-0BC7-CA3DA0CA4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37" y="1223076"/>
            <a:ext cx="3496372" cy="52357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69B02C6-1922-AFE6-171F-40626E3CA1AF}"/>
              </a:ext>
            </a:extLst>
          </p:cNvPr>
          <p:cNvSpPr/>
          <p:nvPr/>
        </p:nvSpPr>
        <p:spPr>
          <a:xfrm>
            <a:off x="687977" y="2020389"/>
            <a:ext cx="3257006" cy="37795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FAEB87-0356-64FD-B79D-0C34131E3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109" y="1107081"/>
            <a:ext cx="8138947" cy="535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66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9. Option</a:t>
            </a:r>
            <a:endParaRPr lang="ko-KR" altLang="en-US" sz="4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C8AB24-5065-B006-3D2A-6810D8A63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346" y="1428471"/>
            <a:ext cx="5029902" cy="40010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1BBCF8-E3F3-DE32-0D77-74DCD766E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60" y="1288868"/>
            <a:ext cx="3327004" cy="498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20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9. Option</a:t>
            </a:r>
            <a:endParaRPr lang="ko-KR" altLang="en-US" sz="4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1BBCF8-E3F3-DE32-0D77-74DCD766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60" y="1288868"/>
            <a:ext cx="3327004" cy="498210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8A91BEB-D1ED-4BD9-DC50-87C17BA27116}"/>
              </a:ext>
            </a:extLst>
          </p:cNvPr>
          <p:cNvSpPr/>
          <p:nvPr/>
        </p:nvSpPr>
        <p:spPr>
          <a:xfrm>
            <a:off x="1306286" y="2603863"/>
            <a:ext cx="2621280" cy="16807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46FA97-B1C4-E298-3FCC-3E841CC94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935" y="587026"/>
            <a:ext cx="7596023" cy="568394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4665AC9-A3A1-3850-2478-35B2A7AC41DF}"/>
              </a:ext>
            </a:extLst>
          </p:cNvPr>
          <p:cNvSpPr/>
          <p:nvPr/>
        </p:nvSpPr>
        <p:spPr>
          <a:xfrm>
            <a:off x="779418" y="1573391"/>
            <a:ext cx="422365" cy="5268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125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CA8ED-9E5B-F60E-426B-71CF93383D66}"/>
              </a:ext>
            </a:extLst>
          </p:cNvPr>
          <p:cNvSpPr txBox="1"/>
          <p:nvPr/>
        </p:nvSpPr>
        <p:spPr>
          <a:xfrm>
            <a:off x="371165" y="399195"/>
            <a:ext cx="545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10. JDBC</a:t>
            </a:r>
            <a:endParaRPr lang="ko-KR" altLang="en-US" sz="4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ECC9BE-4822-A98B-579D-8CBB06554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688" y="0"/>
            <a:ext cx="4058312" cy="65836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BB3AFB-3C34-6C79-76BC-253502004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67" y="1812475"/>
            <a:ext cx="8125959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5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4842FC-82C3-5C98-D47C-380F5D915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242443"/>
            <a:ext cx="9745435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44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BB9DF25-FBC1-11F9-D868-3EFA714F0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7" y="523469"/>
            <a:ext cx="9850225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20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31D3B47-83BB-7B83-375D-45AF1B72E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03" y="337706"/>
            <a:ext cx="10526594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186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8595686-D7DF-CD47-81EA-BE3A95BF8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73" y="0"/>
            <a:ext cx="73066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77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BBDD9A3-54D4-BB70-39BB-8688DC919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234"/>
            <a:ext cx="12192000" cy="504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53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DCBC8B-9352-3439-F30C-284A3DC3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56679"/>
            <a:ext cx="11345858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08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8AA0FA-B8E5-C232-1A1A-447C2863F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40" y="0"/>
            <a:ext cx="8997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94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8AA0FA-B8E5-C232-1A1A-447C2863F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40" y="0"/>
            <a:ext cx="8997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97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7211F-F8AC-BD7B-75B2-C603FA0D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2"/>
          </a:xfrm>
        </p:spPr>
        <p:txBody>
          <a:bodyPr>
            <a:normAutofit/>
          </a:bodyPr>
          <a:lstStyle/>
          <a:p>
            <a:pPr algn="ctr"/>
            <a:r>
              <a:rPr lang="ko-KR" altLang="en-US" sz="60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28192924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129</ep:Words>
  <ep:PresentationFormat>와이드스크린</ep:PresentationFormat>
  <ep:Paragraphs>53</ep:Paragraphs>
  <ep:Slides>40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ep:HeadingPairs>
  <ep:TitlesOfParts>
    <vt:vector size="41" baseType="lpstr">
      <vt:lpstr>HDOfficeLightV0</vt:lpstr>
      <vt:lpstr>To Do List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감사합니다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2023-12-11T08:37:41.000</dcterms:created>
  <dc:creator>연재 김</dc:creator>
  <cp:lastModifiedBy>Hino</cp:lastModifiedBy>
  <dcterms:modified xsi:type="dcterms:W3CDTF">2025-07-29T15:48:03.748</dcterms:modified>
  <cp:revision>6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