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394" r:id="rId4"/>
    <p:sldId id="395" r:id="rId5"/>
    <p:sldId id="400" r:id="rId6"/>
    <p:sldId id="411" r:id="rId7"/>
    <p:sldId id="259" r:id="rId8"/>
    <p:sldId id="415" r:id="rId9"/>
    <p:sldId id="406" r:id="rId10"/>
    <p:sldId id="418" r:id="rId11"/>
    <p:sldId id="397" r:id="rId12"/>
    <p:sldId id="427" r:id="rId13"/>
    <p:sldId id="431" r:id="rId14"/>
    <p:sldId id="428" r:id="rId15"/>
    <p:sldId id="429" r:id="rId16"/>
    <p:sldId id="436" r:id="rId17"/>
    <p:sldId id="437" r:id="rId18"/>
    <p:sldId id="430" r:id="rId19"/>
    <p:sldId id="433" r:id="rId20"/>
    <p:sldId id="438" r:id="rId21"/>
    <p:sldId id="422" r:id="rId22"/>
    <p:sldId id="473" r:id="rId23"/>
    <p:sldId id="478" r:id="rId24"/>
    <p:sldId id="445" r:id="rId25"/>
    <p:sldId id="441" r:id="rId26"/>
    <p:sldId id="474" r:id="rId27"/>
    <p:sldId id="443" r:id="rId28"/>
    <p:sldId id="444" r:id="rId29"/>
    <p:sldId id="451" r:id="rId30"/>
    <p:sldId id="453" r:id="rId31"/>
    <p:sldId id="458" r:id="rId32"/>
    <p:sldId id="475" r:id="rId33"/>
    <p:sldId id="476" r:id="rId34"/>
    <p:sldId id="477" r:id="rId35"/>
    <p:sldId id="479" r:id="rId36"/>
    <p:sldId id="480" r:id="rId37"/>
    <p:sldId id="464" r:id="rId38"/>
    <p:sldId id="465" r:id="rId39"/>
    <p:sldId id="466" r:id="rId40"/>
    <p:sldId id="481" r:id="rId41"/>
    <p:sldId id="470" r:id="rId42"/>
    <p:sldId id="405" r:id="rId43"/>
    <p:sldId id="398" r:id="rId44"/>
    <p:sldId id="274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72" autoAdjust="0"/>
    <p:restoredTop sz="85152" autoAdjust="0"/>
  </p:normalViewPr>
  <p:slideViewPr>
    <p:cSldViewPr snapToGrid="0">
      <p:cViewPr varScale="1">
        <p:scale>
          <a:sx n="100" d="100"/>
          <a:sy n="100" d="100"/>
        </p:scale>
        <p:origin x="754" y="72"/>
      </p:cViewPr>
      <p:guideLst>
        <p:guide orient="horz" pos="2159"/>
        <p:guide pos="383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2371" y="82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slide" Target="slides/slide25.xml"  /><Relationship Id="rId29" Type="http://schemas.openxmlformats.org/officeDocument/2006/relationships/slide" Target="slides/slide26.xml"  /><Relationship Id="rId3" Type="http://schemas.openxmlformats.org/officeDocument/2006/relationships/handoutMaster" Target="handoutMasters/handoutMaster1.xml"  /><Relationship Id="rId30" Type="http://schemas.openxmlformats.org/officeDocument/2006/relationships/slide" Target="slides/slide27.xml"  /><Relationship Id="rId31" Type="http://schemas.openxmlformats.org/officeDocument/2006/relationships/slide" Target="slides/slide28.xml"  /><Relationship Id="rId32" Type="http://schemas.openxmlformats.org/officeDocument/2006/relationships/slide" Target="slides/slide29.xml"  /><Relationship Id="rId33" Type="http://schemas.openxmlformats.org/officeDocument/2006/relationships/slide" Target="slides/slide30.xml"  /><Relationship Id="rId34" Type="http://schemas.openxmlformats.org/officeDocument/2006/relationships/slide" Target="slides/slide31.xml"  /><Relationship Id="rId35" Type="http://schemas.openxmlformats.org/officeDocument/2006/relationships/slide" Target="slides/slide32.xml"  /><Relationship Id="rId36" Type="http://schemas.openxmlformats.org/officeDocument/2006/relationships/slide" Target="slides/slide33.xml"  /><Relationship Id="rId37" Type="http://schemas.openxmlformats.org/officeDocument/2006/relationships/slide" Target="slides/slide34.xml"  /><Relationship Id="rId38" Type="http://schemas.openxmlformats.org/officeDocument/2006/relationships/slide" Target="slides/slide35.xml"  /><Relationship Id="rId39" Type="http://schemas.openxmlformats.org/officeDocument/2006/relationships/slide" Target="slides/slide36.xml"  /><Relationship Id="rId4" Type="http://schemas.openxmlformats.org/officeDocument/2006/relationships/slide" Target="slides/slide1.xml"  /><Relationship Id="rId40" Type="http://schemas.openxmlformats.org/officeDocument/2006/relationships/slide" Target="slides/slide37.xml"  /><Relationship Id="rId41" Type="http://schemas.openxmlformats.org/officeDocument/2006/relationships/slide" Target="slides/slide38.xml"  /><Relationship Id="rId42" Type="http://schemas.openxmlformats.org/officeDocument/2006/relationships/slide" Target="slides/slide39.xml"  /><Relationship Id="rId43" Type="http://schemas.openxmlformats.org/officeDocument/2006/relationships/slide" Target="slides/slide40.xml"  /><Relationship Id="rId44" Type="http://schemas.openxmlformats.org/officeDocument/2006/relationships/slide" Target="slides/slide41.xml"  /><Relationship Id="rId45" Type="http://schemas.openxmlformats.org/officeDocument/2006/relationships/slide" Target="slides/slide42.xml"  /><Relationship Id="rId46" Type="http://schemas.openxmlformats.org/officeDocument/2006/relationships/presProps" Target="presProps.xml"  /><Relationship Id="rId47" Type="http://schemas.openxmlformats.org/officeDocument/2006/relationships/viewProps" Target="viewProps.xml"  /><Relationship Id="rId48" Type="http://schemas.openxmlformats.org/officeDocument/2006/relationships/theme" Target="theme/theme1.xml"  /><Relationship Id="rId49" Type="http://schemas.openxmlformats.org/officeDocument/2006/relationships/tableStyles" Target="tableStyles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A3F2224D-1184-45AE-8BA6-1991448FAB4A}" type="datetime1">
              <a:rPr lang="ko-KR" altLang="en-US"/>
              <a:pPr lvl="0">
                <a:defRPr/>
              </a:pPr>
              <a:t>2025-07-30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E7E0067-DAD4-47D5-9E01-EB118C352F0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986B575A-33D8-471D-8367-A965AB842AA0}" type="datetime1">
              <a:rPr lang="ko-KR" altLang="en-US"/>
              <a:pPr lvl="0">
                <a:defRPr/>
              </a:pPr>
              <a:t>2025-07-30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84702A0-409D-4B63-B3B2-61BA02D306D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0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41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4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84702A0-409D-4B63-B3B2-61BA02D306DE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54251-11EE-7F26-959A-AA144A3622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852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 2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54251-11EE-7F26-959A-AA144A3622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515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 3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54251-11EE-7F26-959A-AA144A3622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074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A54251-11EE-7F26-959A-AA144A3622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8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7211D-8DD6-4D16-AB01-F6BC09246943}"/>
              </a:ext>
            </a:extLst>
          </p:cNvPr>
          <p:cNvSpPr txBox="1"/>
          <p:nvPr userDrawn="1"/>
        </p:nvSpPr>
        <p:spPr>
          <a:xfrm>
            <a:off x="11363067" y="6211884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pPr algn="ctr"/>
              <a:t>‹#›</a:t>
            </a:fld>
            <a:endParaRPr lang="ko-KR" altLang="en-US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594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1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69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54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6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7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5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6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7.png"  /><Relationship Id="rId3" Type="http://schemas.openxmlformats.org/officeDocument/2006/relationships/image" Target="../media/image28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1.png"  /><Relationship Id="rId3" Type="http://schemas.openxmlformats.org/officeDocument/2006/relationships/image" Target="../media/image3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3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6.png"  /><Relationship Id="rId3" Type="http://schemas.openxmlformats.org/officeDocument/2006/relationships/image" Target="../media/image37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0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1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2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3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4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14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notesSlide" Target="../notesSlides/notesSlide15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0" y="-969399"/>
            <a:ext cx="1050036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※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디자인 변경이  안되는 부분은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[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보기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]-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[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슬라이드 마스터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]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에 들어가면 편집 가능합니다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.</a:t>
            </a:r>
            <a:endParaRPr lang="en-US" altLang="ko-KR" sz="160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Pretendard"/>
              <a:ea typeface="Pretendard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※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슬라이드 좌우에 있는 샘플을 서식복사 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, 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복사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,  </a:t>
            </a:r>
            <a:r>
              <a:rPr lang="ko-KR" altLang="en-US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컬러  스포이드 해서 사용하면 작업이 편합니다</a:t>
            </a:r>
            <a:r>
              <a:rPr lang="en-US" altLang="ko-KR" sz="160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Pretendard"/>
                <a:ea typeface="Pretendard"/>
              </a:rPr>
              <a:t>.</a:t>
            </a:r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Pretendard"/>
              <a:ea typeface="Pretendard"/>
            </a:endParaRPr>
          </a:p>
        </p:txBody>
      </p:sp>
      <p:grpSp>
        <p:nvGrpSpPr>
          <p:cNvPr id="8" name="그룹 7"/>
          <p:cNvGrpSpPr/>
          <p:nvPr/>
        </p:nvGrpSpPr>
        <p:grpSpPr>
          <a:xfrm rot="0">
            <a:off x="1097679" y="1686057"/>
            <a:ext cx="6935594" cy="2523673"/>
            <a:chOff x="1100034" y="220383"/>
            <a:chExt cx="8234986" cy="2523673"/>
          </a:xfrm>
        </p:grpSpPr>
        <p:sp>
          <p:nvSpPr>
            <p:cNvPr id="28" name="TextBox 27"/>
            <p:cNvSpPr txBox="1"/>
            <p:nvPr/>
          </p:nvSpPr>
          <p:spPr>
            <a:xfrm>
              <a:off x="1100034" y="2331314"/>
              <a:ext cx="7375278" cy="412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rgbClr val="000000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lnSpc>
                  <a:spcPct val="130000"/>
                </a:lnSpc>
                <a:defRPr/>
              </a:pPr>
              <a:endParaRPr lang="ko-KR" altLang="en-US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545456" y="220383"/>
              <a:ext cx="778956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5400" spc="-15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C# </a:t>
              </a:r>
              <a:r>
                <a:rPr lang="ko-KR" altLang="en-US" sz="5400" spc="-15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프로젝트</a:t>
              </a:r>
              <a:endParaRPr lang="ko-KR" altLang="en-US" sz="5400" spc="-150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cxnSp>
        <p:nvCxnSpPr>
          <p:cNvPr id="3" name="직선 연결선 2"/>
          <p:cNvCxnSpPr/>
          <p:nvPr/>
        </p:nvCxnSpPr>
        <p:spPr>
          <a:xfrm>
            <a:off x="0" y="5466656"/>
            <a:ext cx="850582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/>
        </p:nvGrpSpPr>
        <p:grpSpPr>
          <a:xfrm rot="0">
            <a:off x="9074785" y="1119425"/>
            <a:ext cx="1974873" cy="1974874"/>
            <a:chOff x="9074785" y="1119425"/>
            <a:chExt cx="1974873" cy="1974874"/>
          </a:xfrm>
        </p:grpSpPr>
        <p:sp>
          <p:nvSpPr>
            <p:cNvPr id="14" name="직사각형 13"/>
            <p:cNvSpPr/>
            <p:nvPr/>
          </p:nvSpPr>
          <p:spPr>
            <a:xfrm>
              <a:off x="9074785" y="1668724"/>
              <a:ext cx="1425575" cy="1425575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 rot="1403534">
              <a:off x="9959224" y="1119425"/>
              <a:ext cx="1090434" cy="1090434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2" name="자유형: 도형 21"/>
            <p:cNvSpPr/>
            <p:nvPr/>
          </p:nvSpPr>
          <p:spPr>
            <a:xfrm>
              <a:off x="9787572" y="1664642"/>
              <a:ext cx="712788" cy="588195"/>
            </a:xfrm>
            <a:custGeom>
              <a:avLst/>
              <a:gdLst>
                <a:gd name="connsiteX0" fmla="*/ 121061 w 712788"/>
                <a:gd name="connsiteY0" fmla="*/ 0 h 588195"/>
                <a:gd name="connsiteX1" fmla="*/ 712788 w 712788"/>
                <a:gd name="connsiteY1" fmla="*/ 0 h 588195"/>
                <a:gd name="connsiteX2" fmla="*/ 712788 w 712788"/>
                <a:gd name="connsiteY2" fmla="*/ 588195 h 588195"/>
                <a:gd name="connsiteX3" fmla="*/ 0 w 712788"/>
                <a:gd name="connsiteY3" fmla="*/ 279859 h 58819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88" h="588195">
                  <a:moveTo>
                    <a:pt x="121061" y="0"/>
                  </a:moveTo>
                  <a:lnTo>
                    <a:pt x="712788" y="0"/>
                  </a:lnTo>
                  <a:lnTo>
                    <a:pt x="712788" y="588195"/>
                  </a:lnTo>
                  <a:lnTo>
                    <a:pt x="0" y="279859"/>
                  </a:ln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 rot="0">
            <a:off x="-1181728" y="118037"/>
            <a:ext cx="921555" cy="2505382"/>
            <a:chOff x="938705" y="667984"/>
            <a:chExt cx="921555" cy="2505382"/>
          </a:xfrm>
        </p:grpSpPr>
        <p:sp>
          <p:nvSpPr>
            <p:cNvPr id="26" name="TextBox 25"/>
            <p:cNvSpPr txBox="1"/>
            <p:nvPr/>
          </p:nvSpPr>
          <p:spPr>
            <a:xfrm>
              <a:off x="964181" y="667984"/>
              <a:ext cx="480901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1200" spc="-40">
                  <a:ln w="9525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/>
                  <a:ea typeface="Pretendard"/>
                </a:rPr>
                <a:t>COLOR</a:t>
              </a:r>
              <a:endParaRPr lang="en-US" altLang="ko-KR" sz="1200" spc="-40">
                <a:solidFill>
                  <a:schemeClr val="bg1"/>
                </a:solidFill>
                <a:latin typeface="Pretendard"/>
                <a:ea typeface="Pretendard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64181" y="2143671"/>
              <a:ext cx="896079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1200" spc="-40">
                  <a:ln w="9525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/>
                  <a:ea typeface="Pretendard"/>
                </a:rPr>
                <a:t>FONT COLOR</a:t>
              </a:r>
              <a:endParaRPr lang="en-US" altLang="ko-KR" sz="1200" spc="-40">
                <a:solidFill>
                  <a:schemeClr val="bg1"/>
                </a:solidFill>
                <a:latin typeface="Pretendard"/>
                <a:ea typeface="Pretendard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938705" y="2450034"/>
              <a:ext cx="723332" cy="723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>
                <a:ea typeface="Pretendard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938705" y="978695"/>
              <a:ext cx="718458" cy="739483"/>
            </a:xfrm>
            <a:prstGeom prst="rect">
              <a:avLst/>
            </a:prstGeom>
            <a:solidFill>
              <a:srgbClr val="01384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grpSp>
        <p:nvGrpSpPr>
          <p:cNvPr id="33" name="그룹 32"/>
          <p:cNvGrpSpPr/>
          <p:nvPr/>
        </p:nvGrpSpPr>
        <p:grpSpPr>
          <a:xfrm rot="0">
            <a:off x="12527462" y="115587"/>
            <a:ext cx="5212872" cy="1785978"/>
            <a:chOff x="6433696" y="834972"/>
            <a:chExt cx="5212872" cy="1785978"/>
          </a:xfrm>
        </p:grpSpPr>
        <p:sp>
          <p:nvSpPr>
            <p:cNvPr id="34" name="TextBox 33"/>
            <p:cNvSpPr txBox="1"/>
            <p:nvPr/>
          </p:nvSpPr>
          <p:spPr>
            <a:xfrm>
              <a:off x="6561445" y="834972"/>
              <a:ext cx="393056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lvl="0">
                <a:defRPr/>
              </a:pPr>
              <a:r>
                <a:rPr lang="en-US" altLang="ko-KR" sz="1200" spc="-40">
                  <a:ln w="9525"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Pretendard"/>
                  <a:ea typeface="Pretendard"/>
                </a:rPr>
                <a:t>FONT</a:t>
              </a:r>
              <a:endParaRPr lang="en-US" altLang="ko-KR" sz="1200" spc="-40">
                <a:solidFill>
                  <a:schemeClr val="bg1"/>
                </a:solidFill>
                <a:latin typeface="Pretendard"/>
                <a:ea typeface="Pretendard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33696" y="2264699"/>
              <a:ext cx="4941149" cy="3562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140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본문</a:t>
              </a:r>
              <a:r>
                <a:rPr lang="en-US" altLang="ko-KR" sz="140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: Pretendard, 14pt</a:t>
              </a:r>
              <a:endParaRPr lang="ko-KR" altLang="en-US" sz="1600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33696" y="1065830"/>
              <a:ext cx="5212872" cy="632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300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제목</a:t>
              </a:r>
              <a:r>
                <a:rPr lang="en-US" altLang="ko-KR" sz="300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: Pretendard, 40pt</a:t>
              </a:r>
              <a:endParaRPr lang="ko-KR" altLang="en-US" sz="3000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33696" y="1718036"/>
              <a:ext cx="4941149" cy="5270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240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부제목</a:t>
              </a:r>
              <a:r>
                <a:rPr lang="en-US" altLang="ko-KR" sz="240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: Pretendard, 24pt</a:t>
              </a:r>
              <a:endParaRPr lang="ko-KR" altLang="en-US" sz="2800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66D0B8-E46D-4428-61DF-1E4DB449E511}"/>
              </a:ext>
            </a:extLst>
          </p:cNvPr>
          <p:cNvSpPr txBox="1"/>
          <p:nvPr/>
        </p:nvSpPr>
        <p:spPr>
          <a:xfrm>
            <a:off x="6600697" y="1728823"/>
            <a:ext cx="5079999" cy="3400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61950" indent="-361950" algn="l">
              <a:lnSpc>
                <a:spcPct val="130000"/>
              </a:lnSpc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프로그램 소개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61950" indent="-361950" algn="l">
              <a:lnSpc>
                <a:spcPct val="130000"/>
              </a:lnSpc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프로그램 구성도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61950" indent="-361950" algn="l">
              <a:lnSpc>
                <a:spcPct val="130000"/>
              </a:lnSpc>
              <a:buAutoNum type="arabicPeriod"/>
            </a:pP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베이스 및</a:t>
            </a: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테이블 설명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 설명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</a:t>
            </a:r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소스코드 설명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lnSpc>
                <a:spcPct val="13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6. Q &amp;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136F8-42AE-4948-9B3F-1EB63F8BECAD}"/>
              </a:ext>
            </a:extLst>
          </p:cNvPr>
          <p:cNvSpPr txBox="1"/>
          <p:nvPr/>
        </p:nvSpPr>
        <p:spPr>
          <a:xfrm>
            <a:off x="695468" y="485713"/>
            <a:ext cx="2457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263E9-10A9-45C4-8A96-D8175558D8CC}"/>
              </a:ext>
            </a:extLst>
          </p:cNvPr>
          <p:cNvSpPr txBox="1"/>
          <p:nvPr/>
        </p:nvSpPr>
        <p:spPr>
          <a:xfrm>
            <a:off x="7350462" y="545426"/>
            <a:ext cx="4330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C# </a:t>
            </a:r>
            <a:r>
              <a:rPr lang="ko-KR" altLang="en-US" sz="16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</a:t>
            </a:r>
            <a:r>
              <a:rPr lang="en-US" altLang="ko-KR" sz="16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spc="-1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</a:t>
            </a:r>
            <a:endParaRPr lang="en-US" altLang="ko-KR" sz="1600" spc="-15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3A18FA0-AFB9-4334-B817-8F9F60407B41}"/>
              </a:ext>
            </a:extLst>
          </p:cNvPr>
          <p:cNvCxnSpPr>
            <a:cxnSpLocks/>
          </p:cNvCxnSpPr>
          <p:nvPr/>
        </p:nvCxnSpPr>
        <p:spPr>
          <a:xfrm>
            <a:off x="0" y="1133475"/>
            <a:ext cx="3152775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19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418F525-0D53-3A5D-DB47-26BB73797FC4}"/>
              </a:ext>
            </a:extLst>
          </p:cNvPr>
          <p:cNvGrpSpPr/>
          <p:nvPr/>
        </p:nvGrpSpPr>
        <p:grpSpPr>
          <a:xfrm>
            <a:off x="1055070" y="2698678"/>
            <a:ext cx="9473957" cy="1737834"/>
            <a:chOff x="1180479" y="3998189"/>
            <a:chExt cx="9473957" cy="173783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503E38E-909E-B160-FE2E-E6B458B37FF1}"/>
                </a:ext>
              </a:extLst>
            </p:cNvPr>
            <p:cNvGrpSpPr/>
            <p:nvPr/>
          </p:nvGrpSpPr>
          <p:grpSpPr>
            <a:xfrm>
              <a:off x="1180479" y="3998191"/>
              <a:ext cx="2236425" cy="1737832"/>
              <a:chOff x="2502503" y="3656993"/>
              <a:chExt cx="2236425" cy="17378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B48DBB-845E-97F2-724F-09D1873D61A7}"/>
                  </a:ext>
                </a:extLst>
              </p:cNvPr>
              <p:cNvSpPr txBox="1"/>
              <p:nvPr/>
            </p:nvSpPr>
            <p:spPr>
              <a:xfrm>
                <a:off x="2647733" y="3656993"/>
                <a:ext cx="1945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ko-KR" altLang="en-US" sz="2400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김 수 권</a:t>
                </a:r>
                <a:endParaRPr lang="en-US" altLang="ko-KR" sz="24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2C6C65-22C1-3062-1F44-019CBC12967C}"/>
                  </a:ext>
                </a:extLst>
              </p:cNvPr>
              <p:cNvSpPr txBox="1"/>
              <p:nvPr/>
            </p:nvSpPr>
            <p:spPr>
              <a:xfrm>
                <a:off x="2502503" y="4213027"/>
                <a:ext cx="2236425" cy="1181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ko-KR" altLang="en-US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경남대학교 </a:t>
                </a:r>
                <a:endParaRPr lang="en-US" altLang="ko-KR" sz="14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ko-KR" altLang="en-US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컴퓨터공학부</a:t>
                </a:r>
                <a:r>
                  <a:rPr lang="en-US" altLang="ko-KR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4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학년</a:t>
                </a:r>
                <a:endParaRPr lang="en-US" altLang="ko-KR" sz="14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  <a:p>
                <a:pPr algn="just">
                  <a:lnSpc>
                    <a:spcPct val="130000"/>
                  </a:lnSpc>
                </a:pPr>
                <a:r>
                  <a:rPr lang="ko-KR" altLang="en-US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담당</a:t>
                </a:r>
                <a:r>
                  <a:rPr lang="en-US" altLang="ko-KR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: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관리자 폼 디자인</a:t>
                </a:r>
                <a:r>
                  <a:rPr lang="en-US" altLang="ko-KR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,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altLang="ko-KR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    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유저관리 기능구현</a:t>
                </a:r>
                <a:endParaRPr lang="en-US" altLang="ko-KR" sz="14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687436-23E1-ADD4-BA79-46B7FA034ACA}"/>
                </a:ext>
              </a:extLst>
            </p:cNvPr>
            <p:cNvSpPr txBox="1"/>
            <p:nvPr/>
          </p:nvSpPr>
          <p:spPr>
            <a:xfrm>
              <a:off x="6047176" y="3998190"/>
              <a:ext cx="17271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 수 용</a:t>
              </a:r>
              <a:endPara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592D61-122B-4765-B342-3BB6B61AE85B}"/>
                </a:ext>
              </a:extLst>
            </p:cNvPr>
            <p:cNvSpPr txBox="1"/>
            <p:nvPr/>
          </p:nvSpPr>
          <p:spPr>
            <a:xfrm>
              <a:off x="8793622" y="3998189"/>
              <a:ext cx="1860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 동 환</a:t>
              </a:r>
              <a:endParaRPr lang="en-US" altLang="ko-KR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0A67AA9-CF45-4291-AD5D-BE2B073C2042}"/>
              </a:ext>
            </a:extLst>
          </p:cNvPr>
          <p:cNvSpPr txBox="1"/>
          <p:nvPr/>
        </p:nvSpPr>
        <p:spPr>
          <a:xfrm>
            <a:off x="141257" y="485713"/>
            <a:ext cx="450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멤버 소개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F8283F3-E184-4C95-998A-D25E184BA210}"/>
              </a:ext>
            </a:extLst>
          </p:cNvPr>
          <p:cNvCxnSpPr>
            <a:cxnSpLocks/>
          </p:cNvCxnSpPr>
          <p:nvPr/>
        </p:nvCxnSpPr>
        <p:spPr>
          <a:xfrm>
            <a:off x="0" y="1133475"/>
            <a:ext cx="4596563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FF5203-50FA-A12D-F6BB-2D11482AB6F3}"/>
              </a:ext>
            </a:extLst>
          </p:cNvPr>
          <p:cNvSpPr txBox="1"/>
          <p:nvPr/>
        </p:nvSpPr>
        <p:spPr>
          <a:xfrm>
            <a:off x="3509881" y="2698678"/>
            <a:ext cx="1727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 준 호</a:t>
            </a:r>
            <a:endParaRPr lang="en-US" altLang="ko-KR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661BD1-4A45-D8FE-58C3-1EFC11ACD6FF}"/>
              </a:ext>
            </a:extLst>
          </p:cNvPr>
          <p:cNvSpPr txBox="1"/>
          <p:nvPr/>
        </p:nvSpPr>
        <p:spPr>
          <a:xfrm>
            <a:off x="3269966" y="3237103"/>
            <a:ext cx="1910620" cy="118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경남대학교 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컴퓨터공학부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학년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전반적 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DB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</a:p>
          <a:p>
            <a:pPr algn="just">
              <a:lnSpc>
                <a:spcPct val="13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기능 구현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A2E216-7A13-4181-74B2-22BA8598D718}"/>
              </a:ext>
            </a:extLst>
          </p:cNvPr>
          <p:cNvSpPr txBox="1"/>
          <p:nvPr/>
        </p:nvSpPr>
        <p:spPr>
          <a:xfrm>
            <a:off x="5738266" y="3237103"/>
            <a:ext cx="2048274" cy="118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경남대학교 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컴퓨터공학부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학년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폼 디자인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</a:p>
          <a:p>
            <a:pPr algn="just">
              <a:lnSpc>
                <a:spcPct val="13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기능 구현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C5C3B7-F0CA-D7D9-98CD-1933A01C583F}"/>
              </a:ext>
            </a:extLst>
          </p:cNvPr>
          <p:cNvSpPr txBox="1"/>
          <p:nvPr/>
        </p:nvSpPr>
        <p:spPr>
          <a:xfrm>
            <a:off x="8373248" y="3267850"/>
            <a:ext cx="2571271" cy="901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경남대학교 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컴퓨터공학부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학년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담당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기능 구현</a:t>
            </a:r>
            <a:r>
              <a:rPr lang="en-US" altLang="ko-KR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 준비 </a:t>
            </a:r>
            <a:endParaRPr lang="en-US" altLang="ko-KR" sz="14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12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265C25-20DB-7A50-A3C7-C1FC05E5D8EA}"/>
              </a:ext>
            </a:extLst>
          </p:cNvPr>
          <p:cNvSpPr txBox="1"/>
          <p:nvPr/>
        </p:nvSpPr>
        <p:spPr>
          <a:xfrm>
            <a:off x="2674257" y="2923199"/>
            <a:ext cx="684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도서관리 프로그램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AC6E2-874A-4B48-B206-09AF13E11BC2}"/>
              </a:ext>
            </a:extLst>
          </p:cNvPr>
          <p:cNvSpPr txBox="1"/>
          <p:nvPr/>
        </p:nvSpPr>
        <p:spPr>
          <a:xfrm>
            <a:off x="-718458" y="610969"/>
            <a:ext cx="395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발표 주제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67D4FC1-3F59-4C15-B20C-113CABBE290D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4397829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76C1BFA-D882-413B-AFA3-0B57F57D2D68}"/>
              </a:ext>
            </a:extLst>
          </p:cNvPr>
          <p:cNvCxnSpPr/>
          <p:nvPr/>
        </p:nvCxnSpPr>
        <p:spPr>
          <a:xfrm>
            <a:off x="3485148" y="3886200"/>
            <a:ext cx="5221705" cy="0"/>
          </a:xfrm>
          <a:prstGeom prst="line">
            <a:avLst/>
          </a:prstGeom>
          <a:ln w="63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93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D6F26181-D813-498B-8C66-B6399246D0BF}"/>
              </a:ext>
            </a:extLst>
          </p:cNvPr>
          <p:cNvSpPr txBox="1">
            <a:spLocks/>
          </p:cNvSpPr>
          <p:nvPr/>
        </p:nvSpPr>
        <p:spPr>
          <a:xfrm>
            <a:off x="639774" y="2407781"/>
            <a:ext cx="4916476" cy="270265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4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just"/>
            <a:endParaRPr lang="en-US" altLang="ko-KR" sz="1400" spc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AF3490-BE4F-7E33-901B-3F8BB76C6974}"/>
              </a:ext>
            </a:extLst>
          </p:cNvPr>
          <p:cNvSpPr txBox="1"/>
          <p:nvPr/>
        </p:nvSpPr>
        <p:spPr>
          <a:xfrm>
            <a:off x="718796" y="1445230"/>
            <a:ext cx="9928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•</a:t>
            </a:r>
            <a:r>
              <a:rPr lang="ko-KR" altLang="en-US" sz="2400" dirty="0">
                <a:solidFill>
                  <a:schemeClr val="bg1"/>
                </a:solidFill>
                <a:ea typeface="Pretendard" panose="02000503000000020004" pitchFamily="50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ea typeface="Pretendard" panose="02000503000000020004" pitchFamily="50" charset="-127"/>
              </a:rPr>
              <a:t>C#</a:t>
            </a:r>
            <a:r>
              <a:rPr lang="ko-KR" altLang="en-US" sz="2400" dirty="0">
                <a:solidFill>
                  <a:schemeClr val="bg1"/>
                </a:solidFill>
                <a:ea typeface="Pretendard" panose="02000503000000020004" pitchFamily="50" charset="-127"/>
              </a:rPr>
              <a:t>과 </a:t>
            </a:r>
            <a:r>
              <a:rPr lang="en-US" altLang="ko-KR" sz="2400" dirty="0">
                <a:solidFill>
                  <a:schemeClr val="bg1"/>
                </a:solidFill>
                <a:ea typeface="Pretendard" panose="02000503000000020004" pitchFamily="50" charset="-127"/>
              </a:rPr>
              <a:t>DB</a:t>
            </a:r>
            <a:r>
              <a:rPr lang="ko-KR" altLang="en-US" sz="2400" dirty="0">
                <a:solidFill>
                  <a:schemeClr val="bg1"/>
                </a:solidFill>
                <a:ea typeface="Pretendard" panose="02000503000000020004" pitchFamily="50" charset="-127"/>
              </a:rPr>
              <a:t>를 적극 활용한 도서관리 프로그램</a:t>
            </a:r>
            <a:endParaRPr lang="ko-KR" altLang="en-US" sz="2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F14E27-02C8-4209-880F-04D6FD2DF43F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4767943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0CE174C-96FA-8C39-D846-61A59663736D}"/>
              </a:ext>
            </a:extLst>
          </p:cNvPr>
          <p:cNvSpPr txBox="1"/>
          <p:nvPr/>
        </p:nvSpPr>
        <p:spPr>
          <a:xfrm>
            <a:off x="-97972" y="539468"/>
            <a:ext cx="460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도서 관리 프로그램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B73A6-A182-DC5D-A1C0-F9990F1D679D}"/>
              </a:ext>
            </a:extLst>
          </p:cNvPr>
          <p:cNvSpPr txBox="1"/>
          <p:nvPr/>
        </p:nvSpPr>
        <p:spPr>
          <a:xfrm>
            <a:off x="665046" y="5907157"/>
            <a:ext cx="2677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프로그램 실행 예시</a:t>
            </a:r>
            <a:endParaRPr lang="en-US" altLang="ko-KR" sz="20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1876003-C4ED-5187-8F17-B54325F470A7}"/>
              </a:ext>
            </a:extLst>
          </p:cNvPr>
          <p:cNvGrpSpPr/>
          <p:nvPr/>
        </p:nvGrpSpPr>
        <p:grpSpPr>
          <a:xfrm>
            <a:off x="133516" y="2511546"/>
            <a:ext cx="11904344" cy="2990073"/>
            <a:chOff x="133516" y="2511546"/>
            <a:chExt cx="11904344" cy="2990073"/>
          </a:xfrm>
        </p:grpSpPr>
        <p:pic>
          <p:nvPicPr>
            <p:cNvPr id="4" name="그림 3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C71C2FCC-11A7-1F9D-A6A9-70C323CEA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516" y="2511546"/>
              <a:ext cx="3667432" cy="2960823"/>
            </a:xfrm>
            <a:prstGeom prst="rect">
              <a:avLst/>
            </a:prstGeom>
          </p:spPr>
        </p:pic>
        <p:pic>
          <p:nvPicPr>
            <p:cNvPr id="6" name="그림 5" descr="텍스트, 스크린샷, 번호, 폰트이(가) 표시된 사진&#10;&#10;자동 생성된 설명">
              <a:extLst>
                <a:ext uri="{FF2B5EF4-FFF2-40B4-BE49-F238E27FC236}">
                  <a16:creationId xmlns:a16="http://schemas.microsoft.com/office/drawing/2014/main" id="{D7674418-AC52-D7CC-2037-75F9E4524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5900" y="2525900"/>
              <a:ext cx="3811960" cy="29757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85F3188-FF0D-8036-947A-203C3B884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07444" y="2531130"/>
              <a:ext cx="3811960" cy="29704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7812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265C25-20DB-7A50-A3C7-C1FC05E5D8EA}"/>
              </a:ext>
            </a:extLst>
          </p:cNvPr>
          <p:cNvSpPr txBox="1"/>
          <p:nvPr/>
        </p:nvSpPr>
        <p:spPr>
          <a:xfrm>
            <a:off x="2674257" y="2923199"/>
            <a:ext cx="6843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도서 관리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AC6E2-874A-4B48-B206-09AF13E11BC2}"/>
              </a:ext>
            </a:extLst>
          </p:cNvPr>
          <p:cNvSpPr txBox="1"/>
          <p:nvPr/>
        </p:nvSpPr>
        <p:spPr>
          <a:xfrm>
            <a:off x="-718458" y="610969"/>
            <a:ext cx="395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발표 주제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67D4FC1-3F59-4C15-B20C-113CABBE290D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4397829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76C1BFA-D882-413B-AFA3-0B57F57D2D68}"/>
              </a:ext>
            </a:extLst>
          </p:cNvPr>
          <p:cNvCxnSpPr/>
          <p:nvPr/>
        </p:nvCxnSpPr>
        <p:spPr>
          <a:xfrm>
            <a:off x="3485148" y="3886200"/>
            <a:ext cx="5221705" cy="0"/>
          </a:xfrm>
          <a:prstGeom prst="line">
            <a:avLst/>
          </a:prstGeom>
          <a:ln w="63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60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D6F26181-D813-498B-8C66-B6399246D0BF}"/>
              </a:ext>
            </a:extLst>
          </p:cNvPr>
          <p:cNvSpPr txBox="1">
            <a:spLocks/>
          </p:cNvSpPr>
          <p:nvPr/>
        </p:nvSpPr>
        <p:spPr>
          <a:xfrm>
            <a:off x="598310" y="1472351"/>
            <a:ext cx="11229895" cy="537072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spc="-15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도서 관리 시스템은 도서 정보의 조회</a:t>
            </a:r>
            <a:r>
              <a:rPr lang="en-US" altLang="ko-KR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</a:t>
            </a:r>
            <a:r>
              <a:rPr lang="en-US" altLang="ko-KR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수정</a:t>
            </a:r>
            <a:r>
              <a:rPr lang="en-US" altLang="ko-KR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삭제와 회원 정보의 입력 </a:t>
            </a:r>
            <a:r>
              <a:rPr lang="en-US" altLang="ko-KR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수정</a:t>
            </a:r>
            <a:r>
              <a:rPr lang="en-US" altLang="ko-KR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삭제를 윈도우 폼에서  처리하는 응용 프로그램이다</a:t>
            </a:r>
            <a:r>
              <a:rPr lang="en-US" altLang="ko-KR" sz="1800" spc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39FA4-2004-4717-8573-ACA916DEB2A4}"/>
              </a:ext>
            </a:extLst>
          </p:cNvPr>
          <p:cNvSpPr txBox="1"/>
          <p:nvPr/>
        </p:nvSpPr>
        <p:spPr>
          <a:xfrm>
            <a:off x="-133350" y="550991"/>
            <a:ext cx="395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도서 관리 구상도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BCFB62-AC44-4E07-9229-40602D56D8AC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3819525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E65D1155-F03B-C93B-A76E-F08BA812F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131" y="2474557"/>
            <a:ext cx="8938463" cy="38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2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E5FE63E6-735F-4399-BF57-04D46B62C5A0}"/>
              </a:ext>
            </a:extLst>
          </p:cNvPr>
          <p:cNvSpPr txBox="1"/>
          <p:nvPr/>
        </p:nvSpPr>
        <p:spPr>
          <a:xfrm>
            <a:off x="711762" y="1449158"/>
            <a:ext cx="527684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베이스 생성 및 테이블 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68004-1F6F-423A-824B-605885850E84}"/>
              </a:ext>
            </a:extLst>
          </p:cNvPr>
          <p:cNvSpPr txBox="1"/>
          <p:nvPr/>
        </p:nvSpPr>
        <p:spPr>
          <a:xfrm>
            <a:off x="-1" y="612817"/>
            <a:ext cx="3952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도서 관리 시스템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BAB38FF-BB36-4393-B15D-E81DD1FA9B0A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3819525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1">
            <a:extLst>
              <a:ext uri="{FF2B5EF4-FFF2-40B4-BE49-F238E27FC236}">
                <a16:creationId xmlns:a16="http://schemas.microsoft.com/office/drawing/2014/main" id="{AF36680E-EE6B-55E4-40E9-09E1E0637639}"/>
              </a:ext>
            </a:extLst>
          </p:cNvPr>
          <p:cNvSpPr txBox="1"/>
          <p:nvPr/>
        </p:nvSpPr>
        <p:spPr>
          <a:xfrm>
            <a:off x="1085944" y="2068485"/>
            <a:ext cx="4528484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명령으로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사용할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데이터를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확인한다</a:t>
            </a:r>
            <a:r>
              <a:rPr sz="1299" spc="10" dirty="0">
                <a:latin typeface="Malgun Gothic"/>
                <a:cs typeface="Malgun Gothic"/>
              </a:rPr>
              <a:t>.</a:t>
            </a:r>
            <a:endParaRPr sz="1200" dirty="0"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76735C-1B2E-E408-F8BC-39D6E0BB8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43" y="2510519"/>
            <a:ext cx="10638441" cy="112626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D7AE814-D8F8-2840-AE5C-1FAC3931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44" y="3901351"/>
            <a:ext cx="10638442" cy="112626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BC3291A-EDC3-7EB0-ACD8-1C0412EFC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943" y="5292183"/>
            <a:ext cx="10638442" cy="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82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4A605534-BF7E-29E9-3FFD-468BC404D468}"/>
              </a:ext>
            </a:extLst>
          </p:cNvPr>
          <p:cNvSpPr txBox="1"/>
          <p:nvPr/>
        </p:nvSpPr>
        <p:spPr>
          <a:xfrm>
            <a:off x="1194562" y="1561039"/>
            <a:ext cx="435020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chemeClr val="accent1"/>
                </a:solidFill>
                <a:latin typeface="Mangul Gothic"/>
                <a:cs typeface="Mangul Gothic"/>
              </a:rPr>
              <a:t>초기</a:t>
            </a:r>
            <a:r>
              <a:rPr b="1" spc="10" dirty="0">
                <a:solidFill>
                  <a:schemeClr val="accent1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chemeClr val="accent1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chemeClr val="accent1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chemeClr val="accent1"/>
                </a:solidFill>
                <a:latin typeface="Mangul Gothic"/>
                <a:cs typeface="Mangul Gothic"/>
              </a:rPr>
              <a:t>폼</a:t>
            </a:r>
            <a:r>
              <a:rPr b="1" spc="10" dirty="0">
                <a:solidFill>
                  <a:schemeClr val="accent1"/>
                </a:solidFill>
                <a:latin typeface="Malgun Gothic"/>
                <a:cs typeface="Malgun Gothic"/>
              </a:rPr>
              <a:t>(MainForm)</a:t>
            </a:r>
            <a:r>
              <a:rPr b="1" spc="10" dirty="0">
                <a:solidFill>
                  <a:schemeClr val="accent1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chemeClr val="accent1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chemeClr val="accent1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chemeClr val="accent1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chemeClr val="accent1"/>
                </a:solidFill>
                <a:latin typeface="Mangul Gothic"/>
                <a:cs typeface="Mangul Gothic"/>
              </a:rPr>
              <a:t>디자인</a:t>
            </a:r>
            <a:endParaRPr dirty="0">
              <a:solidFill>
                <a:schemeClr val="accent1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DF42581-549B-2268-DA0F-5D0C0676C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628" y="2894232"/>
            <a:ext cx="5344760" cy="3063505"/>
          </a:xfrm>
          <a:prstGeom prst="rect">
            <a:avLst/>
          </a:prstGeom>
        </p:spPr>
      </p:pic>
      <p:sp>
        <p:nvSpPr>
          <p:cNvPr id="5" name="object 35">
            <a:extLst>
              <a:ext uri="{FF2B5EF4-FFF2-40B4-BE49-F238E27FC236}">
                <a16:creationId xmlns:a16="http://schemas.microsoft.com/office/drawing/2014/main" id="{F8BF73FC-3EFD-0563-E78F-9DFF204B38A1}"/>
              </a:ext>
            </a:extLst>
          </p:cNvPr>
          <p:cNvSpPr/>
          <p:nvPr/>
        </p:nvSpPr>
        <p:spPr>
          <a:xfrm>
            <a:off x="7797038" y="4380265"/>
            <a:ext cx="1143235" cy="45719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33">
            <a:extLst>
              <a:ext uri="{FF2B5EF4-FFF2-40B4-BE49-F238E27FC236}">
                <a16:creationId xmlns:a16="http://schemas.microsoft.com/office/drawing/2014/main" id="{1639B77F-6696-3EA3-EF41-785915F6691B}"/>
              </a:ext>
            </a:extLst>
          </p:cNvPr>
          <p:cNvSpPr/>
          <p:nvPr/>
        </p:nvSpPr>
        <p:spPr>
          <a:xfrm>
            <a:off x="2703762" y="3390386"/>
            <a:ext cx="463550" cy="86870"/>
          </a:xfrm>
          <a:custGeom>
            <a:avLst/>
            <a:gdLst/>
            <a:ahLst/>
            <a:cxnLst/>
            <a:rect l="l" t="t" r="r" b="b"/>
            <a:pathLst>
              <a:path w="463550" h="86870">
                <a:moveTo>
                  <a:pt x="0" y="57913"/>
                </a:moveTo>
                <a:lnTo>
                  <a:pt x="0" y="28957"/>
                </a:lnTo>
                <a:lnTo>
                  <a:pt x="28956" y="28957"/>
                </a:lnTo>
                <a:lnTo>
                  <a:pt x="28956" y="57913"/>
                </a:lnTo>
                <a:close/>
              </a:path>
              <a:path w="463550" h="86870">
                <a:moveTo>
                  <a:pt x="57912" y="57913"/>
                </a:moveTo>
                <a:lnTo>
                  <a:pt x="57912" y="28957"/>
                </a:lnTo>
                <a:lnTo>
                  <a:pt x="86868" y="28957"/>
                </a:lnTo>
                <a:lnTo>
                  <a:pt x="86868" y="57913"/>
                </a:lnTo>
                <a:close/>
              </a:path>
              <a:path w="463550" h="86870">
                <a:moveTo>
                  <a:pt x="115824" y="57913"/>
                </a:moveTo>
                <a:lnTo>
                  <a:pt x="115824" y="28957"/>
                </a:lnTo>
                <a:lnTo>
                  <a:pt x="144780" y="28957"/>
                </a:lnTo>
                <a:lnTo>
                  <a:pt x="144780" y="57913"/>
                </a:lnTo>
                <a:close/>
              </a:path>
              <a:path w="463550" h="86870">
                <a:moveTo>
                  <a:pt x="173736" y="57913"/>
                </a:moveTo>
                <a:lnTo>
                  <a:pt x="173736" y="28957"/>
                </a:lnTo>
                <a:lnTo>
                  <a:pt x="202692" y="28957"/>
                </a:lnTo>
                <a:lnTo>
                  <a:pt x="202692" y="57913"/>
                </a:lnTo>
                <a:close/>
              </a:path>
              <a:path w="463550" h="86870">
                <a:moveTo>
                  <a:pt x="231648" y="57913"/>
                </a:moveTo>
                <a:lnTo>
                  <a:pt x="231648" y="28957"/>
                </a:lnTo>
                <a:lnTo>
                  <a:pt x="260604" y="28957"/>
                </a:lnTo>
                <a:lnTo>
                  <a:pt x="260604" y="57913"/>
                </a:lnTo>
                <a:close/>
              </a:path>
              <a:path w="463550" h="86870">
                <a:moveTo>
                  <a:pt x="289560" y="57913"/>
                </a:moveTo>
                <a:lnTo>
                  <a:pt x="289560" y="28957"/>
                </a:lnTo>
                <a:lnTo>
                  <a:pt x="318516" y="28957"/>
                </a:lnTo>
                <a:lnTo>
                  <a:pt x="318516" y="57913"/>
                </a:lnTo>
                <a:close/>
              </a:path>
              <a:path w="463550" h="86870">
                <a:moveTo>
                  <a:pt x="347472" y="57913"/>
                </a:moveTo>
                <a:lnTo>
                  <a:pt x="347472" y="28957"/>
                </a:lnTo>
                <a:lnTo>
                  <a:pt x="376428" y="28957"/>
                </a:lnTo>
                <a:lnTo>
                  <a:pt x="376428" y="57913"/>
                </a:lnTo>
                <a:close/>
              </a:path>
              <a:path w="463550" h="86870">
                <a:moveTo>
                  <a:pt x="376682" y="1"/>
                </a:moveTo>
                <a:lnTo>
                  <a:pt x="463550" y="43435"/>
                </a:lnTo>
                <a:lnTo>
                  <a:pt x="376682" y="86869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35">
            <a:extLst>
              <a:ext uri="{FF2B5EF4-FFF2-40B4-BE49-F238E27FC236}">
                <a16:creationId xmlns:a16="http://schemas.microsoft.com/office/drawing/2014/main" id="{A50DA063-1723-8C98-4533-954DD647C5DA}"/>
              </a:ext>
            </a:extLst>
          </p:cNvPr>
          <p:cNvSpPr/>
          <p:nvPr/>
        </p:nvSpPr>
        <p:spPr>
          <a:xfrm>
            <a:off x="7797038" y="4894399"/>
            <a:ext cx="1143235" cy="45719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42659-76AE-12DC-AEF1-C13A2D2ECB0B}"/>
              </a:ext>
            </a:extLst>
          </p:cNvPr>
          <p:cNvSpPr/>
          <p:nvPr/>
        </p:nvSpPr>
        <p:spPr>
          <a:xfrm>
            <a:off x="1373972" y="3031015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MainForm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0AE513-7FC8-B3A4-1C42-52A561E8E129}"/>
              </a:ext>
            </a:extLst>
          </p:cNvPr>
          <p:cNvSpPr/>
          <p:nvPr/>
        </p:nvSpPr>
        <p:spPr>
          <a:xfrm>
            <a:off x="8940273" y="3857866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user_id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05896A-65FB-A641-8E54-4D5C2354301C}"/>
              </a:ext>
            </a:extLst>
          </p:cNvPr>
          <p:cNvSpPr/>
          <p:nvPr/>
        </p:nvSpPr>
        <p:spPr>
          <a:xfrm>
            <a:off x="8940273" y="4834121"/>
            <a:ext cx="2107965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sz="1800" dirty="0">
                <a:solidFill>
                  <a:schemeClr val="bg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chemeClr val="bg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btn_login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336274-7000-9DA0-AC98-0F23E254432F}"/>
              </a:ext>
            </a:extLst>
          </p:cNvPr>
          <p:cNvSpPr/>
          <p:nvPr/>
        </p:nvSpPr>
        <p:spPr>
          <a:xfrm>
            <a:off x="1139581" y="4354020"/>
            <a:ext cx="1564181" cy="12787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RadioButton</a:t>
            </a:r>
            <a:endParaRPr lang="en-US" altLang="ko-KR" dirty="0"/>
          </a:p>
          <a:p>
            <a:pPr algn="ctr"/>
            <a:r>
              <a:rPr lang="en-US" altLang="ko-KR" dirty="0"/>
              <a:t>(user,</a:t>
            </a:r>
          </a:p>
          <a:p>
            <a:pPr algn="ctr"/>
            <a:r>
              <a:rPr lang="en-US" altLang="ko-KR" dirty="0"/>
              <a:t>developer)</a:t>
            </a:r>
            <a:endParaRPr lang="ko-KR" altLang="en-US" dirty="0"/>
          </a:p>
        </p:txBody>
      </p:sp>
      <p:sp>
        <p:nvSpPr>
          <p:cNvPr id="13" name="object 33">
            <a:extLst>
              <a:ext uri="{FF2B5EF4-FFF2-40B4-BE49-F238E27FC236}">
                <a16:creationId xmlns:a16="http://schemas.microsoft.com/office/drawing/2014/main" id="{3FEB7E86-1D96-DEC4-C928-E685A330BA10}"/>
              </a:ext>
            </a:extLst>
          </p:cNvPr>
          <p:cNvSpPr/>
          <p:nvPr/>
        </p:nvSpPr>
        <p:spPr>
          <a:xfrm flipV="1">
            <a:off x="2673420" y="4628342"/>
            <a:ext cx="817476" cy="45719"/>
          </a:xfrm>
          <a:custGeom>
            <a:avLst/>
            <a:gdLst/>
            <a:ahLst/>
            <a:cxnLst/>
            <a:rect l="l" t="t" r="r" b="b"/>
            <a:pathLst>
              <a:path w="463550" h="86870">
                <a:moveTo>
                  <a:pt x="0" y="57913"/>
                </a:moveTo>
                <a:lnTo>
                  <a:pt x="0" y="28957"/>
                </a:lnTo>
                <a:lnTo>
                  <a:pt x="28956" y="28957"/>
                </a:lnTo>
                <a:lnTo>
                  <a:pt x="28956" y="57913"/>
                </a:lnTo>
                <a:close/>
              </a:path>
              <a:path w="463550" h="86870">
                <a:moveTo>
                  <a:pt x="57912" y="57913"/>
                </a:moveTo>
                <a:lnTo>
                  <a:pt x="57912" y="28957"/>
                </a:lnTo>
                <a:lnTo>
                  <a:pt x="86868" y="28957"/>
                </a:lnTo>
                <a:lnTo>
                  <a:pt x="86868" y="57913"/>
                </a:lnTo>
                <a:close/>
              </a:path>
              <a:path w="463550" h="86870">
                <a:moveTo>
                  <a:pt x="115824" y="57913"/>
                </a:moveTo>
                <a:lnTo>
                  <a:pt x="115824" y="28957"/>
                </a:lnTo>
                <a:lnTo>
                  <a:pt x="144780" y="28957"/>
                </a:lnTo>
                <a:lnTo>
                  <a:pt x="144780" y="57913"/>
                </a:lnTo>
                <a:close/>
              </a:path>
              <a:path w="463550" h="86870">
                <a:moveTo>
                  <a:pt x="173736" y="57913"/>
                </a:moveTo>
                <a:lnTo>
                  <a:pt x="173736" y="28957"/>
                </a:lnTo>
                <a:lnTo>
                  <a:pt x="202692" y="28957"/>
                </a:lnTo>
                <a:lnTo>
                  <a:pt x="202692" y="57913"/>
                </a:lnTo>
                <a:close/>
              </a:path>
              <a:path w="463550" h="86870">
                <a:moveTo>
                  <a:pt x="231648" y="57913"/>
                </a:moveTo>
                <a:lnTo>
                  <a:pt x="231648" y="28957"/>
                </a:lnTo>
                <a:lnTo>
                  <a:pt x="260604" y="28957"/>
                </a:lnTo>
                <a:lnTo>
                  <a:pt x="260604" y="57913"/>
                </a:lnTo>
                <a:close/>
              </a:path>
              <a:path w="463550" h="86870">
                <a:moveTo>
                  <a:pt x="289560" y="57913"/>
                </a:moveTo>
                <a:lnTo>
                  <a:pt x="289560" y="28957"/>
                </a:lnTo>
                <a:lnTo>
                  <a:pt x="318516" y="28957"/>
                </a:lnTo>
                <a:lnTo>
                  <a:pt x="318516" y="57913"/>
                </a:lnTo>
                <a:close/>
              </a:path>
              <a:path w="463550" h="86870">
                <a:moveTo>
                  <a:pt x="347472" y="57913"/>
                </a:moveTo>
                <a:lnTo>
                  <a:pt x="347472" y="28957"/>
                </a:lnTo>
                <a:lnTo>
                  <a:pt x="376428" y="28957"/>
                </a:lnTo>
                <a:lnTo>
                  <a:pt x="376428" y="57913"/>
                </a:lnTo>
                <a:close/>
              </a:path>
              <a:path w="463550" h="86870">
                <a:moveTo>
                  <a:pt x="376682" y="1"/>
                </a:moveTo>
                <a:lnTo>
                  <a:pt x="463550" y="43435"/>
                </a:lnTo>
                <a:lnTo>
                  <a:pt x="376682" y="86869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D5BA4D2-425F-4FBC-2C09-B9273D0ABA0B}"/>
              </a:ext>
            </a:extLst>
          </p:cNvPr>
          <p:cNvSpPr txBox="1"/>
          <p:nvPr/>
        </p:nvSpPr>
        <p:spPr>
          <a:xfrm>
            <a:off x="1139581" y="2103099"/>
            <a:ext cx="8465587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z="1510" spc="10" dirty="0">
                <a:solidFill>
                  <a:schemeClr val="bg1"/>
                </a:solidFill>
                <a:latin typeface="Arial"/>
                <a:cs typeface="Arial"/>
              </a:rPr>
              <a:t>• </a:t>
            </a: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[Window Forms 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앱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(.Net Framework)] 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형식으로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en-US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 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프로젝트를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생성한다</a:t>
            </a:r>
            <a:r>
              <a:rPr sz="1510" spc="10" dirty="0">
                <a:solidFill>
                  <a:schemeClr val="bg1"/>
                </a:solidFill>
                <a:latin typeface="Malgun Gothic"/>
                <a:cs typeface="Malgun Gothic"/>
              </a:rPr>
              <a:t>.</a:t>
            </a:r>
            <a:endParaRPr sz="1500"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98696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3532698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관리자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>
                <a:solidFill>
                  <a:srgbClr val="4472C4"/>
                </a:solidFill>
                <a:latin typeface="Malgun Gothic"/>
                <a:cs typeface="Malgun Gothic"/>
              </a:rPr>
              <a:t>Manager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8874674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관리자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spc="10" dirty="0" err="1">
                <a:solidFill>
                  <a:schemeClr val="bg1"/>
                </a:solidFill>
                <a:latin typeface="Malgun Gothic"/>
                <a:cs typeface="Malgun Gothic"/>
              </a:rPr>
              <a:t>Manager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E235E0-9A5E-526A-1810-86B17B523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895" y="2617786"/>
            <a:ext cx="6569009" cy="378301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02ACD46-22B2-4F26-C01B-627FC479C2F2}"/>
              </a:ext>
            </a:extLst>
          </p:cNvPr>
          <p:cNvSpPr/>
          <p:nvPr/>
        </p:nvSpPr>
        <p:spPr>
          <a:xfrm>
            <a:off x="764372" y="2640906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(Manager)</a:t>
            </a:r>
            <a:endParaRPr lang="ko-KR" altLang="en-US" dirty="0"/>
          </a:p>
        </p:txBody>
      </p:sp>
      <p:sp>
        <p:nvSpPr>
          <p:cNvPr id="10" name="object 48">
            <a:extLst>
              <a:ext uri="{FF2B5EF4-FFF2-40B4-BE49-F238E27FC236}">
                <a16:creationId xmlns:a16="http://schemas.microsoft.com/office/drawing/2014/main" id="{0DDB2248-E6E1-64B8-612A-10E8C41C12D0}"/>
              </a:ext>
            </a:extLst>
          </p:cNvPr>
          <p:cNvSpPr/>
          <p:nvPr/>
        </p:nvSpPr>
        <p:spPr>
          <a:xfrm>
            <a:off x="2071546" y="2943905"/>
            <a:ext cx="841549" cy="63257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5EFC00-6E12-A03B-1B21-ECB80C6BB037}"/>
              </a:ext>
            </a:extLst>
          </p:cNvPr>
          <p:cNvSpPr/>
          <p:nvPr/>
        </p:nvSpPr>
        <p:spPr>
          <a:xfrm>
            <a:off x="9668886" y="2602149"/>
            <a:ext cx="1758742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tb_password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object 35">
            <a:extLst>
              <a:ext uri="{FF2B5EF4-FFF2-40B4-BE49-F238E27FC236}">
                <a16:creationId xmlns:a16="http://schemas.microsoft.com/office/drawing/2014/main" id="{47F12B8F-4702-5202-0B95-E4BB9CD85BFF}"/>
              </a:ext>
            </a:extLst>
          </p:cNvPr>
          <p:cNvSpPr/>
          <p:nvPr/>
        </p:nvSpPr>
        <p:spPr>
          <a:xfrm>
            <a:off x="9004133" y="2992714"/>
            <a:ext cx="819847" cy="45719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A4E2B6-2B73-2578-B148-84CCD472E05E}"/>
              </a:ext>
            </a:extLst>
          </p:cNvPr>
          <p:cNvSpPr/>
          <p:nvPr/>
        </p:nvSpPr>
        <p:spPr>
          <a:xfrm>
            <a:off x="764372" y="3575861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TabControl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tp_book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object 48">
            <a:extLst>
              <a:ext uri="{FF2B5EF4-FFF2-40B4-BE49-F238E27FC236}">
                <a16:creationId xmlns:a16="http://schemas.microsoft.com/office/drawing/2014/main" id="{AFD27DC7-C703-63FC-84E4-311BCC8ED3B8}"/>
              </a:ext>
            </a:extLst>
          </p:cNvPr>
          <p:cNvSpPr/>
          <p:nvPr/>
        </p:nvSpPr>
        <p:spPr>
          <a:xfrm rot="19581537">
            <a:off x="2015134" y="3488869"/>
            <a:ext cx="865792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70587C-EE8D-0F25-48DD-9361EBB65CAB}"/>
              </a:ext>
            </a:extLst>
          </p:cNvPr>
          <p:cNvSpPr/>
          <p:nvPr/>
        </p:nvSpPr>
        <p:spPr>
          <a:xfrm>
            <a:off x="764372" y="4743485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TabPage</a:t>
            </a:r>
            <a:endParaRPr lang="en-US" altLang="ko-KR" dirty="0"/>
          </a:p>
          <a:p>
            <a:pPr algn="ctr"/>
            <a:r>
              <a:rPr lang="en-US" altLang="ko-KR" dirty="0"/>
              <a:t>(tabPage1</a:t>
            </a:r>
          </a:p>
          <a:p>
            <a:pPr algn="ctr"/>
            <a:r>
              <a:rPr lang="en-US" altLang="ko-KR" dirty="0" err="1"/>
              <a:t>tp_book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object 48">
            <a:extLst>
              <a:ext uri="{FF2B5EF4-FFF2-40B4-BE49-F238E27FC236}">
                <a16:creationId xmlns:a16="http://schemas.microsoft.com/office/drawing/2014/main" id="{F2D51182-CEF0-116A-8F76-B4412401E0B6}"/>
              </a:ext>
            </a:extLst>
          </p:cNvPr>
          <p:cNvSpPr/>
          <p:nvPr/>
        </p:nvSpPr>
        <p:spPr>
          <a:xfrm>
            <a:off x="2118865" y="5151766"/>
            <a:ext cx="746123" cy="50864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85681-8CA1-BDFF-5BEB-4B1720EB7112}"/>
              </a:ext>
            </a:extLst>
          </p:cNvPr>
          <p:cNvSpPr/>
          <p:nvPr/>
        </p:nvSpPr>
        <p:spPr>
          <a:xfrm>
            <a:off x="9668886" y="3575861"/>
            <a:ext cx="2116714" cy="1167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tb_book_search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btn_book_search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object 35">
            <a:extLst>
              <a:ext uri="{FF2B5EF4-FFF2-40B4-BE49-F238E27FC236}">
                <a16:creationId xmlns:a16="http://schemas.microsoft.com/office/drawing/2014/main" id="{B2D77076-1BED-4DFF-DAB2-41F1899A3FB9}"/>
              </a:ext>
            </a:extLst>
          </p:cNvPr>
          <p:cNvSpPr/>
          <p:nvPr/>
        </p:nvSpPr>
        <p:spPr>
          <a:xfrm>
            <a:off x="7730259" y="3861487"/>
            <a:ext cx="1938626" cy="84691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38B932-2EBD-7154-843D-F910A082B9EB}"/>
              </a:ext>
            </a:extLst>
          </p:cNvPr>
          <p:cNvSpPr/>
          <p:nvPr/>
        </p:nvSpPr>
        <p:spPr>
          <a:xfrm>
            <a:off x="768704" y="5766006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ListView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list_book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3" name="object 48">
            <a:extLst>
              <a:ext uri="{FF2B5EF4-FFF2-40B4-BE49-F238E27FC236}">
                <a16:creationId xmlns:a16="http://schemas.microsoft.com/office/drawing/2014/main" id="{B896BC2A-2048-E805-7AB9-5D383BAA6C63}"/>
              </a:ext>
            </a:extLst>
          </p:cNvPr>
          <p:cNvSpPr/>
          <p:nvPr/>
        </p:nvSpPr>
        <p:spPr>
          <a:xfrm flipV="1">
            <a:off x="2094161" y="5915180"/>
            <a:ext cx="960291" cy="90627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1BDCF2-D5A3-CED9-9DB9-8B40AEE297FE}"/>
              </a:ext>
            </a:extLst>
          </p:cNvPr>
          <p:cNvSpPr/>
          <p:nvPr/>
        </p:nvSpPr>
        <p:spPr>
          <a:xfrm>
            <a:off x="9668885" y="5378443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btn_book_add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btn_book_upd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5" name="object 35">
            <a:extLst>
              <a:ext uri="{FF2B5EF4-FFF2-40B4-BE49-F238E27FC236}">
                <a16:creationId xmlns:a16="http://schemas.microsoft.com/office/drawing/2014/main" id="{1851F0C8-F480-2C3C-EADC-ED02A622A56D}"/>
              </a:ext>
            </a:extLst>
          </p:cNvPr>
          <p:cNvSpPr/>
          <p:nvPr/>
        </p:nvSpPr>
        <p:spPr>
          <a:xfrm>
            <a:off x="8868980" y="5794714"/>
            <a:ext cx="799905" cy="45719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026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3532698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관리자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>
                <a:solidFill>
                  <a:srgbClr val="4472C4"/>
                </a:solidFill>
                <a:latin typeface="Malgun Gothic"/>
                <a:cs typeface="Malgun Gothic"/>
              </a:rPr>
              <a:t>Manager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8874674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관리자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spc="10" dirty="0" err="1">
                <a:solidFill>
                  <a:schemeClr val="bg1"/>
                </a:solidFill>
                <a:latin typeface="Malgun Gothic"/>
                <a:cs typeface="Malgun Gothic"/>
              </a:rPr>
              <a:t>Manager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2ACD46-22B2-4F26-C01B-627FC479C2F2}"/>
              </a:ext>
            </a:extLst>
          </p:cNvPr>
          <p:cNvSpPr/>
          <p:nvPr/>
        </p:nvSpPr>
        <p:spPr>
          <a:xfrm>
            <a:off x="764372" y="2640906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(Manager)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5EFC00-6E12-A03B-1B21-ECB80C6BB037}"/>
              </a:ext>
            </a:extLst>
          </p:cNvPr>
          <p:cNvSpPr/>
          <p:nvPr/>
        </p:nvSpPr>
        <p:spPr>
          <a:xfrm>
            <a:off x="9668886" y="2602149"/>
            <a:ext cx="1758742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tb_password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A4E2B6-2B73-2578-B148-84CCD472E05E}"/>
              </a:ext>
            </a:extLst>
          </p:cNvPr>
          <p:cNvSpPr/>
          <p:nvPr/>
        </p:nvSpPr>
        <p:spPr>
          <a:xfrm>
            <a:off x="764372" y="3575861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TabControl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tp_book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70587C-EE8D-0F25-48DD-9361EBB65CAB}"/>
              </a:ext>
            </a:extLst>
          </p:cNvPr>
          <p:cNvSpPr/>
          <p:nvPr/>
        </p:nvSpPr>
        <p:spPr>
          <a:xfrm>
            <a:off x="764372" y="4743485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TabPage</a:t>
            </a:r>
            <a:endParaRPr lang="en-US" altLang="ko-KR" dirty="0"/>
          </a:p>
          <a:p>
            <a:pPr algn="ctr"/>
            <a:r>
              <a:rPr lang="en-US" altLang="ko-KR" dirty="0"/>
              <a:t>(tabPage1</a:t>
            </a:r>
          </a:p>
          <a:p>
            <a:pPr algn="ctr"/>
            <a:r>
              <a:rPr lang="en-US" altLang="ko-KR" dirty="0" err="1"/>
              <a:t>tp_user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85681-8CA1-BDFF-5BEB-4B1720EB7112}"/>
              </a:ext>
            </a:extLst>
          </p:cNvPr>
          <p:cNvSpPr/>
          <p:nvPr/>
        </p:nvSpPr>
        <p:spPr>
          <a:xfrm>
            <a:off x="9668886" y="3575861"/>
            <a:ext cx="2116714" cy="11676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tb_user_search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btn_user_search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38B932-2EBD-7154-843D-F910A082B9EB}"/>
              </a:ext>
            </a:extLst>
          </p:cNvPr>
          <p:cNvSpPr/>
          <p:nvPr/>
        </p:nvSpPr>
        <p:spPr>
          <a:xfrm>
            <a:off x="768704" y="5766006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ListView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list_user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31BDCF2-D5A3-CED9-9DB9-8B40AEE297FE}"/>
              </a:ext>
            </a:extLst>
          </p:cNvPr>
          <p:cNvSpPr/>
          <p:nvPr/>
        </p:nvSpPr>
        <p:spPr>
          <a:xfrm>
            <a:off x="9668885" y="5378443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btn_user_insert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btn_user_upd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3137A2-28C1-E35E-FDAF-A7AEDF27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915" y="2640906"/>
            <a:ext cx="6123033" cy="4060055"/>
          </a:xfrm>
          <a:prstGeom prst="rect">
            <a:avLst/>
          </a:prstGeom>
        </p:spPr>
      </p:pic>
      <p:sp>
        <p:nvSpPr>
          <p:cNvPr id="7" name="object 48">
            <a:extLst>
              <a:ext uri="{FF2B5EF4-FFF2-40B4-BE49-F238E27FC236}">
                <a16:creationId xmlns:a16="http://schemas.microsoft.com/office/drawing/2014/main" id="{22842660-3407-D34A-A7ED-C6B9D1C65180}"/>
              </a:ext>
            </a:extLst>
          </p:cNvPr>
          <p:cNvSpPr/>
          <p:nvPr/>
        </p:nvSpPr>
        <p:spPr>
          <a:xfrm>
            <a:off x="2071546" y="2943905"/>
            <a:ext cx="841549" cy="63257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48">
            <a:extLst>
              <a:ext uri="{FF2B5EF4-FFF2-40B4-BE49-F238E27FC236}">
                <a16:creationId xmlns:a16="http://schemas.microsoft.com/office/drawing/2014/main" id="{30D50890-4489-712C-DA60-89993F011813}"/>
              </a:ext>
            </a:extLst>
          </p:cNvPr>
          <p:cNvSpPr/>
          <p:nvPr/>
        </p:nvSpPr>
        <p:spPr>
          <a:xfrm rot="19581537">
            <a:off x="2034328" y="3495597"/>
            <a:ext cx="865792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48">
            <a:extLst>
              <a:ext uri="{FF2B5EF4-FFF2-40B4-BE49-F238E27FC236}">
                <a16:creationId xmlns:a16="http://schemas.microsoft.com/office/drawing/2014/main" id="{3153F3F1-8AE6-218A-7DC2-69A0AF349482}"/>
              </a:ext>
            </a:extLst>
          </p:cNvPr>
          <p:cNvSpPr/>
          <p:nvPr/>
        </p:nvSpPr>
        <p:spPr>
          <a:xfrm>
            <a:off x="2118865" y="5151766"/>
            <a:ext cx="746123" cy="50864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48">
            <a:extLst>
              <a:ext uri="{FF2B5EF4-FFF2-40B4-BE49-F238E27FC236}">
                <a16:creationId xmlns:a16="http://schemas.microsoft.com/office/drawing/2014/main" id="{AEFE8BED-157D-F8CE-5676-D9B35C947E8A}"/>
              </a:ext>
            </a:extLst>
          </p:cNvPr>
          <p:cNvSpPr/>
          <p:nvPr/>
        </p:nvSpPr>
        <p:spPr>
          <a:xfrm flipV="1">
            <a:off x="2118865" y="6133711"/>
            <a:ext cx="960291" cy="71582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01983E8F-9D75-81BC-3637-00B8D0B01AAD}"/>
              </a:ext>
            </a:extLst>
          </p:cNvPr>
          <p:cNvSpPr/>
          <p:nvPr/>
        </p:nvSpPr>
        <p:spPr>
          <a:xfrm>
            <a:off x="8849038" y="3031472"/>
            <a:ext cx="819847" cy="45719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35">
            <a:extLst>
              <a:ext uri="{FF2B5EF4-FFF2-40B4-BE49-F238E27FC236}">
                <a16:creationId xmlns:a16="http://schemas.microsoft.com/office/drawing/2014/main" id="{0A95FDD0-8E3F-A534-900F-4C7F78134EBE}"/>
              </a:ext>
            </a:extLst>
          </p:cNvPr>
          <p:cNvSpPr/>
          <p:nvPr/>
        </p:nvSpPr>
        <p:spPr>
          <a:xfrm>
            <a:off x="7730259" y="3989286"/>
            <a:ext cx="1938626" cy="74672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35">
            <a:extLst>
              <a:ext uri="{FF2B5EF4-FFF2-40B4-BE49-F238E27FC236}">
                <a16:creationId xmlns:a16="http://schemas.microsoft.com/office/drawing/2014/main" id="{7CD60FF0-C647-017B-7010-9517C6A78329}"/>
              </a:ext>
            </a:extLst>
          </p:cNvPr>
          <p:cNvSpPr/>
          <p:nvPr/>
        </p:nvSpPr>
        <p:spPr>
          <a:xfrm>
            <a:off x="8881948" y="5756842"/>
            <a:ext cx="799905" cy="74672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8472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3499035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책 추가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BookAdd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9007274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lang="ko-KR" altLang="en-US" spc="10" dirty="0">
                <a:solidFill>
                  <a:schemeClr val="bg1"/>
                </a:solidFill>
                <a:latin typeface="Malgun Gothic"/>
                <a:cs typeface="Mangul Gothic"/>
              </a:rPr>
              <a:t> 책 추가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spc="10" dirty="0" err="1">
                <a:solidFill>
                  <a:schemeClr val="bg1"/>
                </a:solidFill>
                <a:latin typeface="Malgun Gothic"/>
                <a:cs typeface="Malgun Gothic"/>
              </a:rPr>
              <a:t>BookAdd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7A4C9A-0B53-6598-2620-72B924E1F909}"/>
              </a:ext>
            </a:extLst>
          </p:cNvPr>
          <p:cNvSpPr/>
          <p:nvPr/>
        </p:nvSpPr>
        <p:spPr>
          <a:xfrm>
            <a:off x="1602074" y="2779945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BookAdd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object 48">
            <a:extLst>
              <a:ext uri="{FF2B5EF4-FFF2-40B4-BE49-F238E27FC236}">
                <a16:creationId xmlns:a16="http://schemas.microsoft.com/office/drawing/2014/main" id="{54B75AA9-B1DB-00CA-7C29-CD6FBE4CC82D}"/>
              </a:ext>
            </a:extLst>
          </p:cNvPr>
          <p:cNvSpPr/>
          <p:nvPr/>
        </p:nvSpPr>
        <p:spPr>
          <a:xfrm>
            <a:off x="2931864" y="3147652"/>
            <a:ext cx="1069380" cy="76786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DD5247-4107-7FD8-6526-0BEB198B538B}"/>
              </a:ext>
            </a:extLst>
          </p:cNvPr>
          <p:cNvSpPr/>
          <p:nvPr/>
        </p:nvSpPr>
        <p:spPr>
          <a:xfrm>
            <a:off x="7806494" y="3147651"/>
            <a:ext cx="1758742" cy="2396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tb_name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tb_artist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tb_isbn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tb_bookyear</a:t>
            </a:r>
            <a:endParaRPr lang="en-US" altLang="ko-KR" dirty="0"/>
          </a:p>
          <a:p>
            <a:pPr algn="ctr"/>
            <a:r>
              <a:rPr lang="en-US" altLang="ko-KR" dirty="0" err="1"/>
              <a:t>tb_book_count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object 35">
            <a:extLst>
              <a:ext uri="{FF2B5EF4-FFF2-40B4-BE49-F238E27FC236}">
                <a16:creationId xmlns:a16="http://schemas.microsoft.com/office/drawing/2014/main" id="{802514E7-EC82-ED08-034D-08782409D7FE}"/>
              </a:ext>
            </a:extLst>
          </p:cNvPr>
          <p:cNvSpPr/>
          <p:nvPr/>
        </p:nvSpPr>
        <p:spPr>
          <a:xfrm>
            <a:off x="6986647" y="3979685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6855A1-B449-E577-749D-3A22E62692BD}"/>
              </a:ext>
            </a:extLst>
          </p:cNvPr>
          <p:cNvSpPr/>
          <p:nvPr/>
        </p:nvSpPr>
        <p:spPr>
          <a:xfrm>
            <a:off x="753835" y="5544587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book_add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/>
              <a:t>cancel)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965B744-1D9E-5010-218E-D3A6E9167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94" y="2540050"/>
            <a:ext cx="3063505" cy="4011563"/>
          </a:xfrm>
          <a:prstGeom prst="rect">
            <a:avLst/>
          </a:prstGeom>
        </p:spPr>
      </p:pic>
      <p:sp>
        <p:nvSpPr>
          <p:cNvPr id="19" name="object 48">
            <a:extLst>
              <a:ext uri="{FF2B5EF4-FFF2-40B4-BE49-F238E27FC236}">
                <a16:creationId xmlns:a16="http://schemas.microsoft.com/office/drawing/2014/main" id="{5FFBB47E-23F0-44C3-B852-FB5737FCF469}"/>
              </a:ext>
            </a:extLst>
          </p:cNvPr>
          <p:cNvSpPr/>
          <p:nvPr/>
        </p:nvSpPr>
        <p:spPr>
          <a:xfrm>
            <a:off x="2889504" y="5958012"/>
            <a:ext cx="1069380" cy="76786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618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3826689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도서 수정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BookEdit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9174948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도서 수정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spc="10" dirty="0" err="1">
                <a:solidFill>
                  <a:schemeClr val="bg1"/>
                </a:solidFill>
                <a:latin typeface="Malgun Gothic"/>
                <a:cs typeface="Malgun Gothic"/>
              </a:rPr>
              <a:t>BookEdit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18654D-0627-9FE9-7306-95215A27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945" y="2619207"/>
            <a:ext cx="3292125" cy="393723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76F97FB-C1B4-D34D-CE1F-16B457B8AC71}"/>
              </a:ext>
            </a:extLst>
          </p:cNvPr>
          <p:cNvSpPr/>
          <p:nvPr/>
        </p:nvSpPr>
        <p:spPr>
          <a:xfrm>
            <a:off x="1728337" y="2796121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BookEdit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object 48">
            <a:extLst>
              <a:ext uri="{FF2B5EF4-FFF2-40B4-BE49-F238E27FC236}">
                <a16:creationId xmlns:a16="http://schemas.microsoft.com/office/drawing/2014/main" id="{3DE99290-B730-8AC1-50C3-60E4232951E5}"/>
              </a:ext>
            </a:extLst>
          </p:cNvPr>
          <p:cNvSpPr/>
          <p:nvPr/>
        </p:nvSpPr>
        <p:spPr>
          <a:xfrm flipV="1">
            <a:off x="3058127" y="3196233"/>
            <a:ext cx="1056462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B7D3C9-ECCC-1F7E-6580-6C3FBEC4B6A4}"/>
              </a:ext>
            </a:extLst>
          </p:cNvPr>
          <p:cNvSpPr/>
          <p:nvPr/>
        </p:nvSpPr>
        <p:spPr>
          <a:xfrm>
            <a:off x="8263273" y="2906604"/>
            <a:ext cx="1758742" cy="2396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tb_name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tb_artist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tb_isbn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tb_bookyear</a:t>
            </a:r>
            <a:endParaRPr lang="en-US" altLang="ko-KR" dirty="0"/>
          </a:p>
          <a:p>
            <a:pPr algn="ctr"/>
            <a:r>
              <a:rPr lang="en-US" altLang="ko-KR" dirty="0" err="1"/>
              <a:t>tb_book_count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object 35">
            <a:extLst>
              <a:ext uri="{FF2B5EF4-FFF2-40B4-BE49-F238E27FC236}">
                <a16:creationId xmlns:a16="http://schemas.microsoft.com/office/drawing/2014/main" id="{54C0147D-62AA-71D0-A4CD-CF1AF49A4933}"/>
              </a:ext>
            </a:extLst>
          </p:cNvPr>
          <p:cNvSpPr/>
          <p:nvPr/>
        </p:nvSpPr>
        <p:spPr>
          <a:xfrm>
            <a:off x="7443426" y="4191300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ED26D-5CD8-5C47-56B0-E5999F6A84E9}"/>
              </a:ext>
            </a:extLst>
          </p:cNvPr>
          <p:cNvSpPr/>
          <p:nvPr/>
        </p:nvSpPr>
        <p:spPr>
          <a:xfrm>
            <a:off x="931287" y="5600700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book_add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Book_del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object 48">
            <a:extLst>
              <a:ext uri="{FF2B5EF4-FFF2-40B4-BE49-F238E27FC236}">
                <a16:creationId xmlns:a16="http://schemas.microsoft.com/office/drawing/2014/main" id="{14374C78-55E2-4ECE-F16D-0338300D9D16}"/>
              </a:ext>
            </a:extLst>
          </p:cNvPr>
          <p:cNvSpPr/>
          <p:nvPr/>
        </p:nvSpPr>
        <p:spPr>
          <a:xfrm>
            <a:off x="3048000" y="6027437"/>
            <a:ext cx="1115787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3040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3663823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회원 추가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UserAdd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914962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회원 추가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spc="10" dirty="0" err="1">
                <a:solidFill>
                  <a:schemeClr val="bg1"/>
                </a:solidFill>
                <a:latin typeface="Malgun Gothic"/>
                <a:cs typeface="Malgun Gothic"/>
              </a:rPr>
              <a:t>UserAdd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1BF580-1D17-6686-263F-0C3C50717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027" y="2624240"/>
            <a:ext cx="4395857" cy="404203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E6C6EF2-81EB-C992-3AAD-951850759315}"/>
              </a:ext>
            </a:extLst>
          </p:cNvPr>
          <p:cNvSpPr/>
          <p:nvPr/>
        </p:nvSpPr>
        <p:spPr>
          <a:xfrm>
            <a:off x="1232017" y="2779945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UserAdd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object 48">
            <a:extLst>
              <a:ext uri="{FF2B5EF4-FFF2-40B4-BE49-F238E27FC236}">
                <a16:creationId xmlns:a16="http://schemas.microsoft.com/office/drawing/2014/main" id="{79983428-5439-A029-1852-068D4459A2F7}"/>
              </a:ext>
            </a:extLst>
          </p:cNvPr>
          <p:cNvSpPr/>
          <p:nvPr/>
        </p:nvSpPr>
        <p:spPr>
          <a:xfrm flipV="1">
            <a:off x="2561807" y="3193369"/>
            <a:ext cx="1014424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F38E1C-956C-2C03-05A0-3B954E9F8D34}"/>
              </a:ext>
            </a:extLst>
          </p:cNvPr>
          <p:cNvSpPr/>
          <p:nvPr/>
        </p:nvSpPr>
        <p:spPr>
          <a:xfrm>
            <a:off x="470178" y="5820065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btn_add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/>
              <a:t>cancel)</a:t>
            </a:r>
            <a:endParaRPr lang="ko-KR" altLang="en-US" dirty="0"/>
          </a:p>
        </p:txBody>
      </p:sp>
      <p:sp>
        <p:nvSpPr>
          <p:cNvPr id="16" name="object 48">
            <a:extLst>
              <a:ext uri="{FF2B5EF4-FFF2-40B4-BE49-F238E27FC236}">
                <a16:creationId xmlns:a16="http://schemas.microsoft.com/office/drawing/2014/main" id="{7754C712-B5C9-BF80-5EA9-14B8017D71DA}"/>
              </a:ext>
            </a:extLst>
          </p:cNvPr>
          <p:cNvSpPr/>
          <p:nvPr/>
        </p:nvSpPr>
        <p:spPr>
          <a:xfrm flipV="1">
            <a:off x="2586891" y="6233491"/>
            <a:ext cx="1014424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8E228D-2515-B3E7-F9D6-37F412791132}"/>
              </a:ext>
            </a:extLst>
          </p:cNvPr>
          <p:cNvSpPr/>
          <p:nvPr/>
        </p:nvSpPr>
        <p:spPr>
          <a:xfrm>
            <a:off x="8739731" y="3429000"/>
            <a:ext cx="1758742" cy="2396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tb_name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tb_id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tb_num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tb_regnum</a:t>
            </a:r>
            <a:endParaRPr lang="en-US" altLang="ko-KR" dirty="0"/>
          </a:p>
          <a:p>
            <a:pPr algn="ctr"/>
            <a:r>
              <a:rPr lang="en-US" altLang="ko-KR" dirty="0" err="1"/>
              <a:t>tb_email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object 35">
            <a:extLst>
              <a:ext uri="{FF2B5EF4-FFF2-40B4-BE49-F238E27FC236}">
                <a16:creationId xmlns:a16="http://schemas.microsoft.com/office/drawing/2014/main" id="{9B66CAA6-2A91-6949-A69D-4C965761DE47}"/>
              </a:ext>
            </a:extLst>
          </p:cNvPr>
          <p:cNvSpPr/>
          <p:nvPr/>
        </p:nvSpPr>
        <p:spPr>
          <a:xfrm>
            <a:off x="7919884" y="4551813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1506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4806509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회원 정보 관리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Userinforform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10338792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회원 정보 수정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altLang="ko-KR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Userinforform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6F97FB-C1B4-D34D-CE1F-16B457B8AC71}"/>
              </a:ext>
            </a:extLst>
          </p:cNvPr>
          <p:cNvSpPr/>
          <p:nvPr/>
        </p:nvSpPr>
        <p:spPr>
          <a:xfrm>
            <a:off x="1525940" y="2792062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BookEdit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ED26D-5CD8-5C47-56B0-E5999F6A84E9}"/>
              </a:ext>
            </a:extLst>
          </p:cNvPr>
          <p:cNvSpPr/>
          <p:nvPr/>
        </p:nvSpPr>
        <p:spPr>
          <a:xfrm>
            <a:off x="739017" y="5822317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book_add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Book_del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D97766-96FF-5212-0D1E-3E71EDD31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945" y="2635045"/>
            <a:ext cx="4134855" cy="406072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05D4501-195B-CBB7-CEAF-658918E37905}"/>
              </a:ext>
            </a:extLst>
          </p:cNvPr>
          <p:cNvSpPr/>
          <p:nvPr/>
        </p:nvSpPr>
        <p:spPr>
          <a:xfrm>
            <a:off x="8744647" y="3209546"/>
            <a:ext cx="1758742" cy="2396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tb_name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tb_id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tb_num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tb_regnum</a:t>
            </a:r>
            <a:endParaRPr lang="en-US" altLang="ko-KR" dirty="0"/>
          </a:p>
          <a:p>
            <a:pPr algn="ctr"/>
            <a:r>
              <a:rPr lang="en-US" altLang="ko-KR" dirty="0" err="1"/>
              <a:t>tb_email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object 48">
            <a:extLst>
              <a:ext uri="{FF2B5EF4-FFF2-40B4-BE49-F238E27FC236}">
                <a16:creationId xmlns:a16="http://schemas.microsoft.com/office/drawing/2014/main" id="{62F32858-8CB1-6B94-1906-CAF170C7B412}"/>
              </a:ext>
            </a:extLst>
          </p:cNvPr>
          <p:cNvSpPr/>
          <p:nvPr/>
        </p:nvSpPr>
        <p:spPr>
          <a:xfrm flipV="1">
            <a:off x="2855730" y="3106994"/>
            <a:ext cx="1014424" cy="102551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48">
            <a:extLst>
              <a:ext uri="{FF2B5EF4-FFF2-40B4-BE49-F238E27FC236}">
                <a16:creationId xmlns:a16="http://schemas.microsoft.com/office/drawing/2014/main" id="{81DC026F-66B7-3074-ABF2-E05ADCF82A29}"/>
              </a:ext>
            </a:extLst>
          </p:cNvPr>
          <p:cNvSpPr/>
          <p:nvPr/>
        </p:nvSpPr>
        <p:spPr>
          <a:xfrm flipV="1">
            <a:off x="2855730" y="6235743"/>
            <a:ext cx="1014424" cy="102551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35">
            <a:extLst>
              <a:ext uri="{FF2B5EF4-FFF2-40B4-BE49-F238E27FC236}">
                <a16:creationId xmlns:a16="http://schemas.microsoft.com/office/drawing/2014/main" id="{7B6F42CA-5EA2-EFDD-027D-546ACBB27FDA}"/>
              </a:ext>
            </a:extLst>
          </p:cNvPr>
          <p:cNvSpPr/>
          <p:nvPr/>
        </p:nvSpPr>
        <p:spPr>
          <a:xfrm>
            <a:off x="7924800" y="4408014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1008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292323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사용자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>
                <a:solidFill>
                  <a:srgbClr val="4472C4"/>
                </a:solidFill>
                <a:latin typeface="Malgun Gothic"/>
                <a:cs typeface="Malgun Gothic"/>
              </a:rPr>
              <a:t>User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8345233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사용자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spc="10" dirty="0" err="1">
                <a:solidFill>
                  <a:schemeClr val="bg1"/>
                </a:solidFill>
                <a:latin typeface="Malgun Gothic"/>
                <a:cs typeface="Malgun Gothic"/>
              </a:rPr>
              <a:t>User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8B9736-4F61-CBA3-42E3-AE1532E9A3C2}"/>
              </a:ext>
            </a:extLst>
          </p:cNvPr>
          <p:cNvSpPr/>
          <p:nvPr/>
        </p:nvSpPr>
        <p:spPr>
          <a:xfrm>
            <a:off x="397378" y="2849255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(User)</a:t>
            </a:r>
            <a:endParaRPr lang="ko-KR" altLang="en-US" dirty="0"/>
          </a:p>
        </p:txBody>
      </p:sp>
      <p:sp>
        <p:nvSpPr>
          <p:cNvPr id="26" name="object 48">
            <a:extLst>
              <a:ext uri="{FF2B5EF4-FFF2-40B4-BE49-F238E27FC236}">
                <a16:creationId xmlns:a16="http://schemas.microsoft.com/office/drawing/2014/main" id="{9CF284E9-8009-E49C-BE2E-9B9D2D94135B}"/>
              </a:ext>
            </a:extLst>
          </p:cNvPr>
          <p:cNvSpPr/>
          <p:nvPr/>
        </p:nvSpPr>
        <p:spPr>
          <a:xfrm flipV="1">
            <a:off x="1792173" y="3083145"/>
            <a:ext cx="1056462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383B1F-F625-0FE0-7414-273B6446D64A}"/>
              </a:ext>
            </a:extLst>
          </p:cNvPr>
          <p:cNvSpPr/>
          <p:nvPr/>
        </p:nvSpPr>
        <p:spPr>
          <a:xfrm>
            <a:off x="9522552" y="2608179"/>
            <a:ext cx="2116714" cy="14820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tb_book_search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 err="1"/>
              <a:t>Button_WOC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btn_book_search</a:t>
            </a:r>
            <a:endParaRPr lang="en-US" altLang="ko-KR" dirty="0"/>
          </a:p>
          <a:p>
            <a:pPr algn="ctr"/>
            <a:r>
              <a:rPr lang="en-US" altLang="ko-KR" dirty="0"/>
              <a:t>logout)</a:t>
            </a:r>
            <a:endParaRPr lang="ko-KR" altLang="en-US" dirty="0"/>
          </a:p>
        </p:txBody>
      </p:sp>
      <p:sp>
        <p:nvSpPr>
          <p:cNvPr id="28" name="object 35">
            <a:extLst>
              <a:ext uri="{FF2B5EF4-FFF2-40B4-BE49-F238E27FC236}">
                <a16:creationId xmlns:a16="http://schemas.microsoft.com/office/drawing/2014/main" id="{D26EDD03-E89D-57F3-F2BE-FA52E21AD323}"/>
              </a:ext>
            </a:extLst>
          </p:cNvPr>
          <p:cNvSpPr/>
          <p:nvPr/>
        </p:nvSpPr>
        <p:spPr>
          <a:xfrm>
            <a:off x="8680933" y="3366306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E8C386-0BA0-B482-47AA-8539123426E9}"/>
              </a:ext>
            </a:extLst>
          </p:cNvPr>
          <p:cNvSpPr/>
          <p:nvPr/>
        </p:nvSpPr>
        <p:spPr>
          <a:xfrm>
            <a:off x="397378" y="4854634"/>
            <a:ext cx="1329790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ListView</a:t>
            </a:r>
            <a:endParaRPr lang="en-US" altLang="ko-KR" dirty="0"/>
          </a:p>
          <a:p>
            <a:pPr algn="ctr"/>
            <a:r>
              <a:rPr lang="en-US" altLang="ko-KR" dirty="0"/>
              <a:t>(booklist)</a:t>
            </a:r>
            <a:endParaRPr lang="ko-KR" altLang="en-US" dirty="0"/>
          </a:p>
        </p:txBody>
      </p:sp>
      <p:sp>
        <p:nvSpPr>
          <p:cNvPr id="30" name="object 48">
            <a:extLst>
              <a:ext uri="{FF2B5EF4-FFF2-40B4-BE49-F238E27FC236}">
                <a16:creationId xmlns:a16="http://schemas.microsoft.com/office/drawing/2014/main" id="{75EA1CE8-CB71-8DC5-C95B-20A511B7398C}"/>
              </a:ext>
            </a:extLst>
          </p:cNvPr>
          <p:cNvSpPr/>
          <p:nvPr/>
        </p:nvSpPr>
        <p:spPr>
          <a:xfrm flipV="1">
            <a:off x="1727168" y="5214966"/>
            <a:ext cx="1056462" cy="45719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DCA0DC0-1397-D6DF-6134-88720120A6BB}"/>
              </a:ext>
            </a:extLst>
          </p:cNvPr>
          <p:cNvSpPr/>
          <p:nvPr/>
        </p:nvSpPr>
        <p:spPr>
          <a:xfrm>
            <a:off x="9479006" y="5898181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Button_WOC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btn_book_rental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btn_book_return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2" name="object 35">
            <a:extLst>
              <a:ext uri="{FF2B5EF4-FFF2-40B4-BE49-F238E27FC236}">
                <a16:creationId xmlns:a16="http://schemas.microsoft.com/office/drawing/2014/main" id="{5D16A8CA-2507-FB51-91A7-08690F7F3732}"/>
              </a:ext>
            </a:extLst>
          </p:cNvPr>
          <p:cNvSpPr/>
          <p:nvPr/>
        </p:nvSpPr>
        <p:spPr>
          <a:xfrm>
            <a:off x="8659159" y="6311607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D530DA-5694-9CF2-EE70-631FAD9F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630" y="2608441"/>
            <a:ext cx="5875529" cy="4077495"/>
          </a:xfrm>
          <a:prstGeom prst="rect">
            <a:avLst/>
          </a:prstGeom>
        </p:spPr>
      </p:pic>
      <p:sp>
        <p:nvSpPr>
          <p:cNvPr id="9" name="object 35">
            <a:extLst>
              <a:ext uri="{FF2B5EF4-FFF2-40B4-BE49-F238E27FC236}">
                <a16:creationId xmlns:a16="http://schemas.microsoft.com/office/drawing/2014/main" id="{9A4C6720-4083-5311-C8DD-8421A549FBF7}"/>
              </a:ext>
            </a:extLst>
          </p:cNvPr>
          <p:cNvSpPr/>
          <p:nvPr/>
        </p:nvSpPr>
        <p:spPr>
          <a:xfrm>
            <a:off x="8680932" y="2886860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21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4465710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회원 정보 관리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Rentalform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9479583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도서 대여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Rental</a:t>
            </a:r>
            <a:r>
              <a:rPr lang="en-US" altLang="ko-KR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form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6F97FB-C1B4-D34D-CE1F-16B457B8AC71}"/>
              </a:ext>
            </a:extLst>
          </p:cNvPr>
          <p:cNvSpPr/>
          <p:nvPr/>
        </p:nvSpPr>
        <p:spPr>
          <a:xfrm>
            <a:off x="1622864" y="2792061"/>
            <a:ext cx="1425136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Rentalform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ED26D-5CD8-5C47-56B0-E5999F6A84E9}"/>
              </a:ext>
            </a:extLst>
          </p:cNvPr>
          <p:cNvSpPr/>
          <p:nvPr/>
        </p:nvSpPr>
        <p:spPr>
          <a:xfrm>
            <a:off x="948463" y="5878244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 WOC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book_rental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Book_cancel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5D4501-195B-CBB7-CEAF-658918E37905}"/>
              </a:ext>
            </a:extLst>
          </p:cNvPr>
          <p:cNvSpPr/>
          <p:nvPr/>
        </p:nvSpPr>
        <p:spPr>
          <a:xfrm>
            <a:off x="8298262" y="3389841"/>
            <a:ext cx="1758742" cy="2396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Panel</a:t>
            </a:r>
          </a:p>
          <a:p>
            <a:pPr algn="ctr"/>
            <a:r>
              <a:rPr lang="en-US" altLang="ko-KR" dirty="0"/>
              <a:t>(panel1)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tb_isbn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tb_name</a:t>
            </a:r>
            <a:endParaRPr lang="en-US" altLang="ko-KR" dirty="0"/>
          </a:p>
          <a:p>
            <a:pPr algn="ctr"/>
            <a:r>
              <a:rPr lang="en-US" altLang="ko-KR" dirty="0" err="1"/>
              <a:t>tb_userID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object 48">
            <a:extLst>
              <a:ext uri="{FF2B5EF4-FFF2-40B4-BE49-F238E27FC236}">
                <a16:creationId xmlns:a16="http://schemas.microsoft.com/office/drawing/2014/main" id="{62F32858-8CB1-6B94-1906-CAF170C7B412}"/>
              </a:ext>
            </a:extLst>
          </p:cNvPr>
          <p:cNvSpPr/>
          <p:nvPr/>
        </p:nvSpPr>
        <p:spPr>
          <a:xfrm flipV="1">
            <a:off x="3065486" y="3102936"/>
            <a:ext cx="1014424" cy="102551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48">
            <a:extLst>
              <a:ext uri="{FF2B5EF4-FFF2-40B4-BE49-F238E27FC236}">
                <a16:creationId xmlns:a16="http://schemas.microsoft.com/office/drawing/2014/main" id="{81DC026F-66B7-3074-ABF2-E05ADCF82A29}"/>
              </a:ext>
            </a:extLst>
          </p:cNvPr>
          <p:cNvSpPr/>
          <p:nvPr/>
        </p:nvSpPr>
        <p:spPr>
          <a:xfrm flipV="1">
            <a:off x="3065176" y="6189119"/>
            <a:ext cx="1014424" cy="102551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35">
            <a:extLst>
              <a:ext uri="{FF2B5EF4-FFF2-40B4-BE49-F238E27FC236}">
                <a16:creationId xmlns:a16="http://schemas.microsoft.com/office/drawing/2014/main" id="{7B6F42CA-5EA2-EFDD-027D-546ACBB27FDA}"/>
              </a:ext>
            </a:extLst>
          </p:cNvPr>
          <p:cNvSpPr/>
          <p:nvPr/>
        </p:nvSpPr>
        <p:spPr>
          <a:xfrm>
            <a:off x="7478415" y="4414876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7F2B48-611D-E8D4-7665-C7A64AE3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600" y="2646869"/>
            <a:ext cx="3398815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8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0" y="584202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생성 및  디자인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F3A24256-67B9-7E71-3864-DAC6181E1C7B}"/>
              </a:ext>
            </a:extLst>
          </p:cNvPr>
          <p:cNvSpPr txBox="1"/>
          <p:nvPr/>
        </p:nvSpPr>
        <p:spPr>
          <a:xfrm>
            <a:off x="1062273" y="1731661"/>
            <a:ext cx="4509568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ko-KR" altLang="en-US" b="1" spc="10" dirty="0">
                <a:solidFill>
                  <a:srgbClr val="4472C4"/>
                </a:solidFill>
                <a:latin typeface="Mangul Gothic"/>
                <a:cs typeface="Malgun Gothic"/>
              </a:rPr>
              <a:t>회원 정보 관리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4472C4"/>
                </a:solidFill>
                <a:latin typeface="Mangul Gothic"/>
                <a:cs typeface="Mangul Gothic"/>
              </a:rPr>
              <a:t>화면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Returnform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)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의</a:t>
            </a:r>
            <a:r>
              <a:rPr b="1" spc="10" dirty="0">
                <a:solidFill>
                  <a:srgbClr val="4472C4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4472C4"/>
                </a:solidFill>
                <a:latin typeface="Mangul Gothic"/>
                <a:cs typeface="Mangul Gothic"/>
              </a:rPr>
              <a:t>디자인</a:t>
            </a:r>
            <a:endParaRPr dirty="0">
              <a:latin typeface="Malgun Gothic"/>
              <a:cs typeface="Malgun Gothic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9364E9-6E40-1A0F-B473-304F19754D40}"/>
              </a:ext>
            </a:extLst>
          </p:cNvPr>
          <p:cNvSpPr txBox="1"/>
          <p:nvPr/>
        </p:nvSpPr>
        <p:spPr>
          <a:xfrm>
            <a:off x="1062273" y="2255803"/>
            <a:ext cx="952344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spc="10" dirty="0">
                <a:solidFill>
                  <a:schemeClr val="bg1"/>
                </a:solidFill>
                <a:latin typeface="Arial"/>
                <a:cs typeface="Arial"/>
              </a:rPr>
              <a:t>•  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[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솔루션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탐색기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]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의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lgun Gothic"/>
              </a:rPr>
              <a:t>도서 반납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화면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(</a:t>
            </a:r>
            <a:r>
              <a:rPr lang="en-US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Return</a:t>
            </a:r>
            <a:r>
              <a:rPr lang="en-US" altLang="ko-KR" b="1" spc="10" dirty="0" err="1">
                <a:solidFill>
                  <a:srgbClr val="4472C4"/>
                </a:solidFill>
                <a:latin typeface="Malgun Gothic"/>
                <a:cs typeface="Malgun Gothic"/>
              </a:rPr>
              <a:t>form</a:t>
            </a:r>
            <a:r>
              <a:rPr spc="10" dirty="0" err="1">
                <a:solidFill>
                  <a:schemeClr val="bg1"/>
                </a:solidFill>
                <a:latin typeface="Malgun Gothic"/>
                <a:cs typeface="Malgun Gothic"/>
              </a:rPr>
              <a:t>.cs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)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을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더블클릭해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다음과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 err="1">
                <a:solidFill>
                  <a:schemeClr val="bg1"/>
                </a:solidFill>
                <a:latin typeface="Mangul Gothic"/>
                <a:cs typeface="Mangul Gothic"/>
              </a:rPr>
              <a:t>같이</a:t>
            </a:r>
            <a:r>
              <a:rPr spc="10" dirty="0">
                <a:solidFill>
                  <a:schemeClr val="bg1"/>
                </a:solidFill>
                <a:latin typeface="Malgun Gothic"/>
                <a:cs typeface="Malgun Gothic"/>
              </a:rPr>
              <a:t> </a:t>
            </a:r>
            <a:r>
              <a:rPr spc="10" dirty="0">
                <a:solidFill>
                  <a:schemeClr val="bg1"/>
                </a:solidFill>
                <a:latin typeface="Mangul Gothic"/>
                <a:cs typeface="Mangul Gothic"/>
              </a:rPr>
              <a:t>디</a:t>
            </a:r>
            <a:r>
              <a:rPr lang="ko-KR" altLang="en-US" spc="10" dirty="0">
                <a:solidFill>
                  <a:schemeClr val="bg1"/>
                </a:solidFill>
                <a:latin typeface="Mangul Gothic"/>
                <a:cs typeface="Mangul Gothic"/>
              </a:rPr>
              <a:t>자인 한다</a:t>
            </a:r>
            <a:r>
              <a:rPr lang="en-US" altLang="ko-KR" spc="10" dirty="0">
                <a:solidFill>
                  <a:schemeClr val="bg1"/>
                </a:solidFill>
                <a:latin typeface="Mangul Gothic"/>
                <a:cs typeface="Mangul Gothic"/>
              </a:rPr>
              <a:t>.</a:t>
            </a:r>
            <a:endParaRPr dirty="0">
              <a:solidFill>
                <a:schemeClr val="bg1"/>
              </a:solidFill>
              <a:latin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76F97FB-C1B4-D34D-CE1F-16B457B8AC71}"/>
              </a:ext>
            </a:extLst>
          </p:cNvPr>
          <p:cNvSpPr/>
          <p:nvPr/>
        </p:nvSpPr>
        <p:spPr>
          <a:xfrm>
            <a:off x="1622864" y="2792061"/>
            <a:ext cx="1425136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Form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Returnform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ED26D-5CD8-5C47-56B0-E5999F6A84E9}"/>
              </a:ext>
            </a:extLst>
          </p:cNvPr>
          <p:cNvSpPr/>
          <p:nvPr/>
        </p:nvSpPr>
        <p:spPr>
          <a:xfrm>
            <a:off x="948463" y="5878244"/>
            <a:ext cx="2116713" cy="82685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Button WOC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btn_rental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btn_cancel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5D4501-195B-CBB7-CEAF-658918E37905}"/>
              </a:ext>
            </a:extLst>
          </p:cNvPr>
          <p:cNvSpPr/>
          <p:nvPr/>
        </p:nvSpPr>
        <p:spPr>
          <a:xfrm>
            <a:off x="8298262" y="3389841"/>
            <a:ext cx="1758742" cy="23969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Panel</a:t>
            </a:r>
          </a:p>
          <a:p>
            <a:pPr algn="ctr"/>
            <a:r>
              <a:rPr lang="en-US" altLang="ko-KR" dirty="0"/>
              <a:t>(panel1)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err="1"/>
              <a:t>TextBox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tb_isbn</a:t>
            </a:r>
            <a:r>
              <a:rPr lang="en-US" altLang="ko-KR" dirty="0"/>
              <a:t>,</a:t>
            </a:r>
          </a:p>
          <a:p>
            <a:pPr algn="ctr"/>
            <a:r>
              <a:rPr lang="en-US" altLang="ko-KR" dirty="0" err="1"/>
              <a:t>tb_name</a:t>
            </a:r>
            <a:endParaRPr lang="en-US" altLang="ko-KR" dirty="0"/>
          </a:p>
          <a:p>
            <a:pPr algn="ctr"/>
            <a:r>
              <a:rPr lang="en-US" altLang="ko-KR" dirty="0" err="1"/>
              <a:t>tb_userID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object 48">
            <a:extLst>
              <a:ext uri="{FF2B5EF4-FFF2-40B4-BE49-F238E27FC236}">
                <a16:creationId xmlns:a16="http://schemas.microsoft.com/office/drawing/2014/main" id="{62F32858-8CB1-6B94-1906-CAF170C7B412}"/>
              </a:ext>
            </a:extLst>
          </p:cNvPr>
          <p:cNvSpPr/>
          <p:nvPr/>
        </p:nvSpPr>
        <p:spPr>
          <a:xfrm flipV="1">
            <a:off x="3065486" y="3102936"/>
            <a:ext cx="1014424" cy="102551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48">
            <a:extLst>
              <a:ext uri="{FF2B5EF4-FFF2-40B4-BE49-F238E27FC236}">
                <a16:creationId xmlns:a16="http://schemas.microsoft.com/office/drawing/2014/main" id="{81DC026F-66B7-3074-ABF2-E05ADCF82A29}"/>
              </a:ext>
            </a:extLst>
          </p:cNvPr>
          <p:cNvSpPr/>
          <p:nvPr/>
        </p:nvSpPr>
        <p:spPr>
          <a:xfrm flipV="1">
            <a:off x="3065176" y="6189119"/>
            <a:ext cx="1014424" cy="102551"/>
          </a:xfrm>
          <a:custGeom>
            <a:avLst/>
            <a:gdLst/>
            <a:ahLst/>
            <a:cxnLst/>
            <a:rect l="l" t="t" r="r" b="b"/>
            <a:pathLst>
              <a:path w="463550" h="86868">
                <a:moveTo>
                  <a:pt x="0" y="57912"/>
                </a:moveTo>
                <a:lnTo>
                  <a:pt x="0" y="28956"/>
                </a:lnTo>
                <a:lnTo>
                  <a:pt x="28956" y="28956"/>
                </a:lnTo>
                <a:lnTo>
                  <a:pt x="28956" y="57912"/>
                </a:lnTo>
                <a:close/>
              </a:path>
              <a:path w="463550" h="86868">
                <a:moveTo>
                  <a:pt x="57912" y="57912"/>
                </a:moveTo>
                <a:lnTo>
                  <a:pt x="57912" y="28956"/>
                </a:lnTo>
                <a:lnTo>
                  <a:pt x="86868" y="28956"/>
                </a:lnTo>
                <a:lnTo>
                  <a:pt x="86868" y="57912"/>
                </a:lnTo>
                <a:close/>
              </a:path>
              <a:path w="463550" h="86868">
                <a:moveTo>
                  <a:pt x="115824" y="57912"/>
                </a:moveTo>
                <a:lnTo>
                  <a:pt x="115824" y="28956"/>
                </a:lnTo>
                <a:lnTo>
                  <a:pt x="144780" y="28956"/>
                </a:lnTo>
                <a:lnTo>
                  <a:pt x="144780" y="57912"/>
                </a:lnTo>
                <a:close/>
              </a:path>
              <a:path w="463550" h="86868">
                <a:moveTo>
                  <a:pt x="173736" y="57912"/>
                </a:moveTo>
                <a:lnTo>
                  <a:pt x="173736" y="28956"/>
                </a:lnTo>
                <a:lnTo>
                  <a:pt x="202692" y="28956"/>
                </a:lnTo>
                <a:lnTo>
                  <a:pt x="202692" y="57912"/>
                </a:lnTo>
                <a:close/>
              </a:path>
              <a:path w="463550" h="86868">
                <a:moveTo>
                  <a:pt x="231648" y="57912"/>
                </a:moveTo>
                <a:lnTo>
                  <a:pt x="231648" y="28956"/>
                </a:lnTo>
                <a:lnTo>
                  <a:pt x="260604" y="28956"/>
                </a:lnTo>
                <a:lnTo>
                  <a:pt x="260604" y="57912"/>
                </a:lnTo>
                <a:close/>
              </a:path>
              <a:path w="463550" h="86868">
                <a:moveTo>
                  <a:pt x="289560" y="57912"/>
                </a:moveTo>
                <a:lnTo>
                  <a:pt x="289560" y="28956"/>
                </a:lnTo>
                <a:lnTo>
                  <a:pt x="318516" y="28956"/>
                </a:lnTo>
                <a:lnTo>
                  <a:pt x="318516" y="57912"/>
                </a:lnTo>
                <a:close/>
              </a:path>
              <a:path w="463550" h="86868">
                <a:moveTo>
                  <a:pt x="347472" y="57912"/>
                </a:moveTo>
                <a:lnTo>
                  <a:pt x="347472" y="28956"/>
                </a:lnTo>
                <a:lnTo>
                  <a:pt x="376428" y="28956"/>
                </a:lnTo>
                <a:lnTo>
                  <a:pt x="376428" y="57912"/>
                </a:lnTo>
                <a:close/>
              </a:path>
              <a:path w="463550" h="86868">
                <a:moveTo>
                  <a:pt x="376682" y="0"/>
                </a:moveTo>
                <a:lnTo>
                  <a:pt x="463550" y="43434"/>
                </a:lnTo>
                <a:lnTo>
                  <a:pt x="376682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35">
            <a:extLst>
              <a:ext uri="{FF2B5EF4-FFF2-40B4-BE49-F238E27FC236}">
                <a16:creationId xmlns:a16="http://schemas.microsoft.com/office/drawing/2014/main" id="{7B6F42CA-5EA2-EFDD-027D-546ACBB27FDA}"/>
              </a:ext>
            </a:extLst>
          </p:cNvPr>
          <p:cNvSpPr/>
          <p:nvPr/>
        </p:nvSpPr>
        <p:spPr>
          <a:xfrm>
            <a:off x="7478415" y="4414876"/>
            <a:ext cx="819847" cy="125387"/>
          </a:xfrm>
          <a:custGeom>
            <a:avLst/>
            <a:gdLst/>
            <a:ahLst/>
            <a:cxnLst/>
            <a:rect l="l" t="t" r="r" b="b"/>
            <a:pathLst>
              <a:path w="657987" h="86868">
                <a:moveTo>
                  <a:pt x="107823" y="57912"/>
                </a:moveTo>
                <a:lnTo>
                  <a:pt x="107823" y="28956"/>
                </a:lnTo>
                <a:lnTo>
                  <a:pt x="136779" y="28956"/>
                </a:lnTo>
                <a:lnTo>
                  <a:pt x="136779" y="57912"/>
                </a:lnTo>
                <a:close/>
              </a:path>
              <a:path w="657987" h="86868">
                <a:moveTo>
                  <a:pt x="165735" y="57912"/>
                </a:moveTo>
                <a:lnTo>
                  <a:pt x="165735" y="28956"/>
                </a:lnTo>
                <a:lnTo>
                  <a:pt x="194691" y="28956"/>
                </a:lnTo>
                <a:lnTo>
                  <a:pt x="194691" y="57912"/>
                </a:lnTo>
                <a:close/>
              </a:path>
              <a:path w="657987" h="86868">
                <a:moveTo>
                  <a:pt x="223647" y="57912"/>
                </a:moveTo>
                <a:lnTo>
                  <a:pt x="223647" y="28956"/>
                </a:lnTo>
                <a:lnTo>
                  <a:pt x="252603" y="28956"/>
                </a:lnTo>
                <a:lnTo>
                  <a:pt x="252603" y="57912"/>
                </a:lnTo>
                <a:close/>
              </a:path>
              <a:path w="657987" h="86868">
                <a:moveTo>
                  <a:pt x="281559" y="57912"/>
                </a:moveTo>
                <a:lnTo>
                  <a:pt x="281559" y="28956"/>
                </a:lnTo>
                <a:lnTo>
                  <a:pt x="310515" y="28956"/>
                </a:lnTo>
                <a:lnTo>
                  <a:pt x="310515" y="57912"/>
                </a:lnTo>
                <a:close/>
              </a:path>
              <a:path w="657987" h="86868">
                <a:moveTo>
                  <a:pt x="339471" y="57912"/>
                </a:moveTo>
                <a:lnTo>
                  <a:pt x="339471" y="28956"/>
                </a:lnTo>
                <a:lnTo>
                  <a:pt x="368427" y="28956"/>
                </a:lnTo>
                <a:lnTo>
                  <a:pt x="368427" y="57912"/>
                </a:lnTo>
                <a:close/>
              </a:path>
              <a:path w="657987" h="86868">
                <a:moveTo>
                  <a:pt x="397383" y="57912"/>
                </a:moveTo>
                <a:lnTo>
                  <a:pt x="397383" y="28956"/>
                </a:lnTo>
                <a:lnTo>
                  <a:pt x="426339" y="28956"/>
                </a:lnTo>
                <a:lnTo>
                  <a:pt x="426339" y="57912"/>
                </a:lnTo>
                <a:close/>
              </a:path>
              <a:path w="657987" h="86868">
                <a:moveTo>
                  <a:pt x="455295" y="57912"/>
                </a:moveTo>
                <a:lnTo>
                  <a:pt x="455295" y="28956"/>
                </a:lnTo>
                <a:lnTo>
                  <a:pt x="484251" y="28956"/>
                </a:lnTo>
                <a:lnTo>
                  <a:pt x="484251" y="57912"/>
                </a:lnTo>
                <a:close/>
              </a:path>
              <a:path w="657987" h="86868">
                <a:moveTo>
                  <a:pt x="513207" y="57912"/>
                </a:moveTo>
                <a:lnTo>
                  <a:pt x="513207" y="28956"/>
                </a:lnTo>
                <a:lnTo>
                  <a:pt x="542163" y="28956"/>
                </a:lnTo>
                <a:lnTo>
                  <a:pt x="542163" y="57912"/>
                </a:lnTo>
                <a:close/>
              </a:path>
              <a:path w="657987" h="86868">
                <a:moveTo>
                  <a:pt x="571119" y="57912"/>
                </a:moveTo>
                <a:lnTo>
                  <a:pt x="571119" y="28956"/>
                </a:lnTo>
                <a:lnTo>
                  <a:pt x="600075" y="28956"/>
                </a:lnTo>
                <a:lnTo>
                  <a:pt x="600075" y="57912"/>
                </a:lnTo>
                <a:close/>
              </a:path>
              <a:path w="657987" h="86868">
                <a:moveTo>
                  <a:pt x="629031" y="57912"/>
                </a:moveTo>
                <a:lnTo>
                  <a:pt x="629031" y="28956"/>
                </a:lnTo>
                <a:lnTo>
                  <a:pt x="657987" y="28956"/>
                </a:lnTo>
                <a:lnTo>
                  <a:pt x="657987" y="57912"/>
                </a:lnTo>
                <a:close/>
              </a:path>
              <a:path w="657987" h="86868">
                <a:moveTo>
                  <a:pt x="0" y="43434"/>
                </a:moveTo>
                <a:lnTo>
                  <a:pt x="86868" y="0"/>
                </a:lnTo>
                <a:lnTo>
                  <a:pt x="86868" y="86868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0B114E-4D76-50B2-8240-CCFB1B184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81" y="2582318"/>
            <a:ext cx="3406435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697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640327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메인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AC7260-D409-106C-D782-3587BB76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181770"/>
            <a:ext cx="914493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00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640327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메인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0F618F-D84C-3520-992E-A3CEBDEF1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181769"/>
            <a:ext cx="5227773" cy="35780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7EFF98-B4EB-23CE-BF7F-229CC65A1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03" y="2181769"/>
            <a:ext cx="4922947" cy="357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73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87244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관리자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6F56C1-B039-2032-3A59-E3F90E19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221079"/>
            <a:ext cx="4488088" cy="40259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F03F2A-EBE8-0AD4-D634-5CA2AC9DE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21078"/>
            <a:ext cx="4488088" cy="402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26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87244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관리자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65576C-FB38-5C57-73CE-FB419AEF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115782"/>
            <a:ext cx="4580017" cy="431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93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87244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관리자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54F848-1687-8275-24F3-38414962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7285"/>
            <a:ext cx="4320619" cy="37547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9DB967-14E8-6D71-8993-BFB58D22C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60" y="2297284"/>
            <a:ext cx="4473328" cy="375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73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10455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도서추가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E17F6D-678D-779A-C68D-824197BA1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240176"/>
            <a:ext cx="7773074" cy="30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19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10455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도서추가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2C9B632-1CF8-D848-5952-A021B40CA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270471"/>
            <a:ext cx="7787470" cy="35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35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10455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도서수정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11B7BC-DC9F-2057-2659-230A74F0B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338" y="2498103"/>
            <a:ext cx="5806943" cy="341250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63DB75-CA78-8CA1-E093-58B4024B3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90" y="2498103"/>
            <a:ext cx="5304412" cy="34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88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10455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도서수정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B1EC756-85A4-F964-4E49-54BD035A9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056527"/>
            <a:ext cx="4816257" cy="42447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486EC0-6263-CDFA-3FB9-5B9784BA8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425" y="2066908"/>
            <a:ext cx="4642715" cy="423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88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10455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회원등록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DC3B04-CA1F-B427-6C58-A82130F2C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346072"/>
            <a:ext cx="8207451" cy="30482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0412F90-2808-6496-2DB0-CFC751FDD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60" y="2650898"/>
            <a:ext cx="8199831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88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56878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회원정보관리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6AB961-BC0D-CA1D-565C-5D200C59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59" y="2300397"/>
            <a:ext cx="8362505" cy="377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09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56878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회원정보관리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64A519-A04D-1DFE-23A4-F5A405D46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1" y="2839474"/>
            <a:ext cx="8111122" cy="28448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A6C6C4-583D-C8EF-A2DB-7A07FDDC4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60" y="2496544"/>
            <a:ext cx="8111123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70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6568786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회원정보관리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lang="ko-KR" altLang="en-US" b="1" spc="10" dirty="0">
                <a:solidFill>
                  <a:srgbClr val="F5F5F5"/>
                </a:solidFill>
                <a:latin typeface="Malgun Gothic"/>
                <a:cs typeface="Malgun Gothic"/>
              </a:rPr>
              <a:t>중요 </a:t>
            </a:r>
            <a:r>
              <a:rPr b="1" spc="10" dirty="0" err="1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AC3663-C94B-CA8C-8BB0-D7C0D5B27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00" y="2351667"/>
            <a:ext cx="6035563" cy="3877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3BF638-9B86-BFD6-D3BE-E34BD00C7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233" y="2351667"/>
            <a:ext cx="4587638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9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09306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5DE419-E441-2F6C-6458-A07A3A61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371" y="2181770"/>
            <a:ext cx="4587638" cy="40652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4C0BFA4-DB10-1617-9875-6B5FAD62B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02" y="2181769"/>
            <a:ext cx="4653289" cy="406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036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09306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BA3A03-B78C-BCA6-C744-388BF0771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34" y="2083326"/>
            <a:ext cx="10431331" cy="434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17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09306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회원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DDC6A0-9A9A-30C5-D238-9C63AA3D7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59" y="2181770"/>
            <a:ext cx="8833845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3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55729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도서대여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BF596B-9439-F7E3-51A2-2ADA606B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59" y="2047775"/>
            <a:ext cx="9371173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66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55729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도서대여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06B0C8-C0B7-272F-F1E2-F87AE4608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181770"/>
            <a:ext cx="9578563" cy="420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47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55729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도서대여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F8A840-4B49-D172-4578-FA9B1D19E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075414"/>
            <a:ext cx="9587989" cy="43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38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55729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도서대여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10275D-676F-5166-55D3-E401C0971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60" y="2181769"/>
            <a:ext cx="3734124" cy="40652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90A3323-8980-71EB-53D5-08490E273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875" y="2181769"/>
            <a:ext cx="3932261" cy="40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287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15A2060-B17C-459C-B759-095A24ED8E31}"/>
              </a:ext>
            </a:extLst>
          </p:cNvPr>
          <p:cNvSpPr txBox="1"/>
          <p:nvPr/>
        </p:nvSpPr>
        <p:spPr>
          <a:xfrm>
            <a:off x="-676656" y="610969"/>
            <a:ext cx="5779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소스 코드의 작성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990C036-C161-4EA2-83A1-02D0FD8700C9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096000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1">
            <a:extLst>
              <a:ext uri="{FF2B5EF4-FFF2-40B4-BE49-F238E27FC236}">
                <a16:creationId xmlns:a16="http://schemas.microsoft.com/office/drawing/2014/main" id="{546DCB10-0090-973C-CA33-A73EE40F097F}"/>
              </a:ext>
            </a:extLst>
          </p:cNvPr>
          <p:cNvSpPr txBox="1"/>
          <p:nvPr/>
        </p:nvSpPr>
        <p:spPr>
          <a:xfrm>
            <a:off x="1120860" y="1581036"/>
            <a:ext cx="5557291" cy="276999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[ </a:t>
            </a:r>
            <a:r>
              <a:rPr lang="ko-KR" altLang="en-US" b="1" spc="10" dirty="0">
                <a:solidFill>
                  <a:srgbClr val="F5F5F5"/>
                </a:solidFill>
                <a:latin typeface="Mangul Gothic"/>
                <a:cs typeface="Malgun Gothic"/>
              </a:rPr>
              <a:t>도서반납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폼의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소스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코드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(</a:t>
            </a:r>
            <a:r>
              <a:rPr b="1" spc="10" dirty="0">
                <a:solidFill>
                  <a:srgbClr val="F5F5F5"/>
                </a:solidFill>
                <a:latin typeface="Mangul Gothic"/>
                <a:cs typeface="Mangul Gothic"/>
              </a:rPr>
              <a:t>프로젝트명</a:t>
            </a:r>
            <a:r>
              <a:rPr b="1" spc="10" dirty="0">
                <a:solidFill>
                  <a:srgbClr val="F5F5F5"/>
                </a:solidFill>
                <a:latin typeface="Malgun Gothic"/>
                <a:cs typeface="Malgun Gothic"/>
              </a:rPr>
              <a:t> : </a:t>
            </a:r>
            <a:r>
              <a:rPr lang="en-US" altLang="ko-KR" b="1" spc="10" dirty="0">
                <a:solidFill>
                  <a:srgbClr val="4472C4"/>
                </a:solidFill>
                <a:latin typeface="Malgun Gothic"/>
                <a:cs typeface="Malgun Gothic"/>
              </a:rPr>
              <a:t>Library_1 </a:t>
            </a:r>
            <a:r>
              <a:rPr lang="en-US" altLang="ko-KR" b="1" spc="10" dirty="0">
                <a:solidFill>
                  <a:srgbClr val="F5F5F5"/>
                </a:solidFill>
                <a:latin typeface="Malgun Gothic"/>
                <a:cs typeface="Malgun Gothic"/>
              </a:rPr>
              <a:t>)]</a:t>
            </a:r>
            <a:endParaRPr dirty="0">
              <a:solidFill>
                <a:srgbClr val="F5F5F5"/>
              </a:solidFill>
              <a:latin typeface="Malgun Gothic"/>
              <a:cs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162C1B-0368-A802-AAA1-CA7F7B5D4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59" y="2186832"/>
            <a:ext cx="4686051" cy="40601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1492E7-39F6-2861-D32C-192BD3D4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131" y="2181770"/>
            <a:ext cx="4785242" cy="406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26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1170C7B-96C4-4802-B87C-678ADA4E2C15}"/>
              </a:ext>
            </a:extLst>
          </p:cNvPr>
          <p:cNvSpPr txBox="1"/>
          <p:nvPr/>
        </p:nvSpPr>
        <p:spPr>
          <a:xfrm>
            <a:off x="6096" y="466513"/>
            <a:ext cx="6565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360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 프로그램으로 할 수 있는 것</a:t>
            </a:r>
            <a:endParaRPr lang="en-US" altLang="ko-KR" sz="36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3D0A24E-5A98-42D8-A0D5-2993579B2276}"/>
              </a:ext>
            </a:extLst>
          </p:cNvPr>
          <p:cNvCxnSpPr>
            <a:cxnSpLocks/>
          </p:cNvCxnSpPr>
          <p:nvPr/>
        </p:nvCxnSpPr>
        <p:spPr>
          <a:xfrm>
            <a:off x="0" y="1257300"/>
            <a:ext cx="6571489" cy="0"/>
          </a:xfrm>
          <a:prstGeom prst="line">
            <a:avLst/>
          </a:prstGeom>
          <a:ln w="1587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256D0C-926A-4C75-AAE9-446F9C67B417}"/>
              </a:ext>
            </a:extLst>
          </p:cNvPr>
          <p:cNvGrpSpPr/>
          <p:nvPr/>
        </p:nvGrpSpPr>
        <p:grpSpPr>
          <a:xfrm>
            <a:off x="1762836" y="2023006"/>
            <a:ext cx="8666328" cy="769442"/>
            <a:chOff x="1762836" y="2023006"/>
            <a:chExt cx="8666328" cy="769442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919AFD0-A04D-4C10-8633-537F405F5D10}"/>
                </a:ext>
              </a:extLst>
            </p:cNvPr>
            <p:cNvSpPr/>
            <p:nvPr/>
          </p:nvSpPr>
          <p:spPr>
            <a:xfrm>
              <a:off x="1762836" y="2023006"/>
              <a:ext cx="8666328" cy="769442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텍스트 개체 틀 6">
              <a:extLst>
                <a:ext uri="{FF2B5EF4-FFF2-40B4-BE49-F238E27FC236}">
                  <a16:creationId xmlns:a16="http://schemas.microsoft.com/office/drawing/2014/main" id="{A195885E-1D5A-47F2-A706-2845A6292812}"/>
                </a:ext>
              </a:extLst>
            </p:cNvPr>
            <p:cNvSpPr txBox="1">
              <a:spLocks/>
            </p:cNvSpPr>
            <p:nvPr/>
          </p:nvSpPr>
          <p:spPr>
            <a:xfrm>
              <a:off x="2701418" y="2198535"/>
              <a:ext cx="7546035" cy="41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>
                  <a:solidFill>
                    <a:srgbClr val="181818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도서대출</a:t>
              </a:r>
              <a:r>
                <a:rPr lang="ko-KR" altLang="en-US" sz="12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　</a:t>
              </a:r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및</a:t>
              </a:r>
              <a:r>
                <a:rPr lang="ko-KR" altLang="en-US" sz="12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　</a:t>
              </a:r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반납관리</a:t>
              </a:r>
              <a:endPara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C5DB64F-3E34-4CD8-80E7-645FA40F7045}"/>
                </a:ext>
              </a:extLst>
            </p:cNvPr>
            <p:cNvSpPr txBox="1"/>
            <p:nvPr/>
          </p:nvSpPr>
          <p:spPr>
            <a:xfrm>
              <a:off x="1944547" y="2115340"/>
              <a:ext cx="4977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endPara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99A420D-7F93-4CB4-8695-B0B11E568C81}"/>
              </a:ext>
            </a:extLst>
          </p:cNvPr>
          <p:cNvGrpSpPr/>
          <p:nvPr/>
        </p:nvGrpSpPr>
        <p:grpSpPr>
          <a:xfrm>
            <a:off x="1762836" y="3296111"/>
            <a:ext cx="8666328" cy="769442"/>
            <a:chOff x="1762836" y="2023006"/>
            <a:chExt cx="8666328" cy="769442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7B6A7BE-5B18-428A-A002-163FE68CEB67}"/>
                </a:ext>
              </a:extLst>
            </p:cNvPr>
            <p:cNvSpPr/>
            <p:nvPr/>
          </p:nvSpPr>
          <p:spPr>
            <a:xfrm>
              <a:off x="1762836" y="2023006"/>
              <a:ext cx="8666328" cy="769442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텍스트 개체 틀 6">
              <a:extLst>
                <a:ext uri="{FF2B5EF4-FFF2-40B4-BE49-F238E27FC236}">
                  <a16:creationId xmlns:a16="http://schemas.microsoft.com/office/drawing/2014/main" id="{FF3E588F-F46C-4BA1-90BD-046BE0550625}"/>
                </a:ext>
              </a:extLst>
            </p:cNvPr>
            <p:cNvSpPr txBox="1">
              <a:spLocks/>
            </p:cNvSpPr>
            <p:nvPr/>
          </p:nvSpPr>
          <p:spPr>
            <a:xfrm>
              <a:off x="2701418" y="2198535"/>
              <a:ext cx="7560029" cy="41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>
                  <a:solidFill>
                    <a:srgbClr val="181818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도서추가</a:t>
              </a:r>
              <a:r>
                <a:rPr lang="ko-KR" altLang="en-US" sz="12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　</a:t>
              </a:r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및</a:t>
              </a:r>
              <a:r>
                <a:rPr lang="ko-KR" altLang="en-US" sz="12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　</a:t>
              </a:r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삭제</a:t>
              </a:r>
              <a:endPara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0D8CB1B-DDA4-415B-9CF8-50B0D37A37D6}"/>
                </a:ext>
              </a:extLst>
            </p:cNvPr>
            <p:cNvSpPr txBox="1"/>
            <p:nvPr/>
          </p:nvSpPr>
          <p:spPr>
            <a:xfrm>
              <a:off x="1944547" y="2115340"/>
              <a:ext cx="4977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C2E6F07-C267-485D-A0EB-CCFD05261840}"/>
              </a:ext>
            </a:extLst>
          </p:cNvPr>
          <p:cNvGrpSpPr/>
          <p:nvPr/>
        </p:nvGrpSpPr>
        <p:grpSpPr>
          <a:xfrm>
            <a:off x="1762836" y="4569216"/>
            <a:ext cx="8666328" cy="769442"/>
            <a:chOff x="1762836" y="2023006"/>
            <a:chExt cx="8666328" cy="769442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94682B31-6D06-41F4-B42B-70C499D69FCB}"/>
                </a:ext>
              </a:extLst>
            </p:cNvPr>
            <p:cNvSpPr/>
            <p:nvPr/>
          </p:nvSpPr>
          <p:spPr>
            <a:xfrm>
              <a:off x="1762836" y="2023006"/>
              <a:ext cx="8666328" cy="769442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텍스트 개체 틀 6">
              <a:extLst>
                <a:ext uri="{FF2B5EF4-FFF2-40B4-BE49-F238E27FC236}">
                  <a16:creationId xmlns:a16="http://schemas.microsoft.com/office/drawing/2014/main" id="{6E7AB656-AC75-4BDD-B974-AB9A2005352A}"/>
                </a:ext>
              </a:extLst>
            </p:cNvPr>
            <p:cNvSpPr txBox="1">
              <a:spLocks/>
            </p:cNvSpPr>
            <p:nvPr/>
          </p:nvSpPr>
          <p:spPr>
            <a:xfrm>
              <a:off x="2701418" y="2198535"/>
              <a:ext cx="7560029" cy="412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lnSpc>
                  <a:spcPct val="130000"/>
                </a:lnSpc>
                <a:defRPr>
                  <a:solidFill>
                    <a:srgbClr val="181818"/>
                  </a:solidFill>
                  <a:latin typeface="KoPubWorld돋움체 Medium" panose="00000600000000000000" pitchFamily="2" charset="-127"/>
                  <a:ea typeface="KoPubWorld돋움체 Medium" panose="00000600000000000000" pitchFamily="2" charset="-127"/>
                  <a:cs typeface="KoPubWorld돋움체 Medium" panose="00000600000000000000" pitchFamily="2" charset="-127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도서</a:t>
              </a:r>
              <a:r>
                <a:rPr lang="en-US" altLang="ko-KR" sz="1200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검색</a:t>
              </a:r>
              <a:endParaRPr lang="en-US" altLang="ko-KR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414EF7-4C36-484A-891A-DAE1CC3385F7}"/>
                </a:ext>
              </a:extLst>
            </p:cNvPr>
            <p:cNvSpPr txBox="1"/>
            <p:nvPr/>
          </p:nvSpPr>
          <p:spPr>
            <a:xfrm>
              <a:off x="1944547" y="2115340"/>
              <a:ext cx="4977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endParaRPr lang="ko-KR" altLang="en-US" sz="24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232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4D62B5-DA11-1933-EC34-BCC23443258B}"/>
              </a:ext>
            </a:extLst>
          </p:cNvPr>
          <p:cNvSpPr txBox="1"/>
          <p:nvPr/>
        </p:nvSpPr>
        <p:spPr>
          <a:xfrm>
            <a:off x="1791545" y="2621138"/>
            <a:ext cx="8608909" cy="1267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66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Q &amp; A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918535A-457D-47AD-9141-E46EADF9790E}"/>
              </a:ext>
            </a:extLst>
          </p:cNvPr>
          <p:cNvCxnSpPr>
            <a:cxnSpLocks/>
          </p:cNvCxnSpPr>
          <p:nvPr/>
        </p:nvCxnSpPr>
        <p:spPr>
          <a:xfrm>
            <a:off x="1939713" y="4323338"/>
            <a:ext cx="8312575" cy="0"/>
          </a:xfrm>
          <a:prstGeom prst="line">
            <a:avLst/>
          </a:prstGeom>
          <a:ln w="635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334738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 rot="0">
            <a:off x="1160585" y="1458182"/>
            <a:ext cx="6560455" cy="1261681"/>
            <a:chOff x="1545456" y="220383"/>
            <a:chExt cx="7789564" cy="1261681"/>
          </a:xfrm>
        </p:grpSpPr>
        <p:sp>
          <p:nvSpPr>
            <p:cNvPr id="14" name="TextBox 13"/>
            <p:cNvSpPr txBox="1"/>
            <p:nvPr/>
          </p:nvSpPr>
          <p:spPr>
            <a:xfrm>
              <a:off x="1545456" y="1069322"/>
              <a:ext cx="7375278" cy="4127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>
                <a:defRPr>
                  <a:solidFill>
                    <a:srgbClr val="000000"/>
                  </a:solidFill>
                  <a:latin typeface="KoPubWorld돋움체 Medium"/>
                  <a:ea typeface="KoPubWorld돋움체 Medium"/>
                  <a:cs typeface="KoPubWorld돋움체 Medium"/>
                </a:defRPr>
              </a:lvl1pPr>
            </a:lstStyle>
            <a:p>
              <a:pPr lvl="0">
                <a:lnSpc>
                  <a:spcPct val="130000"/>
                </a:lnSpc>
                <a:defRPr/>
              </a:pPr>
              <a:endParaRPr lang="ko-KR" altLang="en-US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45456" y="220383"/>
              <a:ext cx="778956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5400" spc="-150">
                  <a:solidFill>
                    <a:schemeClr val="bg1"/>
                  </a:solidFill>
                  <a:latin typeface="Pretendard"/>
                  <a:ea typeface="Pretendard"/>
                  <a:cs typeface="Pretendard"/>
                </a:rPr>
                <a:t>감사합니다</a:t>
              </a:r>
              <a:endParaRPr lang="ko-KR" altLang="en-US" sz="5400" spc="-150">
                <a:solidFill>
                  <a:schemeClr val="bg1"/>
                </a:solidFill>
                <a:latin typeface="Pretendard"/>
                <a:ea typeface="Pretendard"/>
                <a:cs typeface="Pretendard"/>
              </a:endParaRPr>
            </a:p>
          </p:txBody>
        </p:sp>
      </p:grpSp>
      <p:cxnSp>
        <p:nvCxnSpPr>
          <p:cNvPr id="17" name="직선 연결선 16"/>
          <p:cNvCxnSpPr/>
          <p:nvPr/>
        </p:nvCxnSpPr>
        <p:spPr>
          <a:xfrm>
            <a:off x="0" y="5466656"/>
            <a:ext cx="8505825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rot="0">
            <a:off x="9074785" y="1119425"/>
            <a:ext cx="1974873" cy="1974874"/>
            <a:chOff x="9074785" y="1119425"/>
            <a:chExt cx="1974873" cy="1974874"/>
          </a:xfrm>
        </p:grpSpPr>
        <p:sp>
          <p:nvSpPr>
            <p:cNvPr id="3" name="직사각형 2"/>
            <p:cNvSpPr/>
            <p:nvPr/>
          </p:nvSpPr>
          <p:spPr>
            <a:xfrm>
              <a:off x="9074785" y="1668724"/>
              <a:ext cx="1425575" cy="1425575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4" name="직사각형 3"/>
            <p:cNvSpPr/>
            <p:nvPr/>
          </p:nvSpPr>
          <p:spPr>
            <a:xfrm rot="1403534">
              <a:off x="9959224" y="1119425"/>
              <a:ext cx="1090434" cy="1090434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" name="자유형: 도형 4"/>
            <p:cNvSpPr/>
            <p:nvPr/>
          </p:nvSpPr>
          <p:spPr>
            <a:xfrm>
              <a:off x="9787572" y="1664642"/>
              <a:ext cx="712788" cy="588195"/>
            </a:xfrm>
            <a:custGeom>
              <a:avLst/>
              <a:gdLst>
                <a:gd name="connsiteX0" fmla="*/ 121061 w 712788"/>
                <a:gd name="connsiteY0" fmla="*/ 0 h 588195"/>
                <a:gd name="connsiteX1" fmla="*/ 712788 w 712788"/>
                <a:gd name="connsiteY1" fmla="*/ 0 h 588195"/>
                <a:gd name="connsiteX2" fmla="*/ 712788 w 712788"/>
                <a:gd name="connsiteY2" fmla="*/ 588195 h 588195"/>
                <a:gd name="connsiteX3" fmla="*/ 0 w 712788"/>
                <a:gd name="connsiteY3" fmla="*/ 279859 h 58819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2788" h="588195">
                  <a:moveTo>
                    <a:pt x="121061" y="0"/>
                  </a:moveTo>
                  <a:lnTo>
                    <a:pt x="712788" y="0"/>
                  </a:lnTo>
                  <a:lnTo>
                    <a:pt x="712788" y="588195"/>
                  </a:lnTo>
                  <a:lnTo>
                    <a:pt x="0" y="279859"/>
                  </a:lnTo>
                  <a:close/>
                </a:path>
              </a:pathLst>
            </a:custGeom>
            <a:solidFill>
              <a:schemeClr val="bg1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>
              <a:noAutofit/>
            </a:bodyPr>
            <a:lstStyle/>
            <a:p>
              <a:pPr lvl="0" algn="ctr">
                <a:defRPr/>
              </a:pPr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KoPubWorld돋움체 Medium"/>
            <a:ea typeface="KoPubWorld돋움체 Medium"/>
            <a:cs typeface="KoPubWorld돋움체 Medium"/>
          </a:defRPr>
        </a:defPPr>
      </a:lstStyle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474</ep:Words>
  <ep:PresentationFormat>와이드스크린</ep:PresentationFormat>
  <ep:Paragraphs>233</ep:Paragraphs>
  <ep:Slides>42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ep:HeadingPairs>
  <ep:TitlesOfParts>
    <vt:vector size="43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2022-02-02T04:32:22.000</dcterms:created>
  <dc:creator>cs.hong</dc:creator>
  <cp:lastModifiedBy>Hino</cp:lastModifiedBy>
  <dcterms:modified xsi:type="dcterms:W3CDTF">2025-07-29T15:54:16.491</dcterms:modified>
  <cp:revision>1022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